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89600" y="342900"/>
            <a:ext cx="4876800" cy="1270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46495" y="1963219"/>
            <a:ext cx="14163675" cy="6416040"/>
          </a:xfrm>
          <a:custGeom>
            <a:avLst/>
            <a:gdLst/>
            <a:ahLst/>
            <a:cxnLst/>
            <a:rect l="l" t="t" r="r" b="b"/>
            <a:pathLst>
              <a:path w="14163675" h="6416040">
                <a:moveTo>
                  <a:pt x="14163293" y="6415912"/>
                </a:moveTo>
                <a:lnTo>
                  <a:pt x="0" y="6415912"/>
                </a:lnTo>
                <a:lnTo>
                  <a:pt x="0" y="0"/>
                </a:lnTo>
                <a:lnTo>
                  <a:pt x="14163293" y="0"/>
                </a:lnTo>
                <a:lnTo>
                  <a:pt x="14163293" y="6415912"/>
                </a:lnTo>
                <a:close/>
              </a:path>
            </a:pathLst>
          </a:custGeom>
          <a:solidFill>
            <a:srgbClr val="F1F1F1">
              <a:alpha val="69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46495" y="1963219"/>
            <a:ext cx="14163675" cy="6416040"/>
          </a:xfrm>
          <a:custGeom>
            <a:avLst/>
            <a:gdLst/>
            <a:ahLst/>
            <a:cxnLst/>
            <a:rect l="l" t="t" r="r" b="b"/>
            <a:pathLst>
              <a:path w="14163675" h="6416040">
                <a:moveTo>
                  <a:pt x="0" y="0"/>
                </a:moveTo>
                <a:lnTo>
                  <a:pt x="0" y="6415912"/>
                </a:lnTo>
                <a:lnTo>
                  <a:pt x="14163293" y="6415912"/>
                </a:lnTo>
                <a:lnTo>
                  <a:pt x="14163293" y="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424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85900" y="2112368"/>
            <a:ext cx="13221335" cy="813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6222" y="3376727"/>
            <a:ext cx="12903835" cy="316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9.png"/><Relationship Id="rId21" Type="http://schemas.openxmlformats.org/officeDocument/2006/relationships/image" Target="../media/image43.png"/><Relationship Id="rId7" Type="http://schemas.openxmlformats.org/officeDocument/2006/relationships/image" Target="../media/image8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28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30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4.png"/><Relationship Id="rId19" Type="http://schemas.openxmlformats.org/officeDocument/2006/relationships/image" Target="../media/image4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3F19C2-680B-2297-9780-37BBA123C6F9}"/>
              </a:ext>
            </a:extLst>
          </p:cNvPr>
          <p:cNvSpPr txBox="1"/>
          <p:nvPr/>
        </p:nvSpPr>
        <p:spPr>
          <a:xfrm>
            <a:off x="1651000" y="3043255"/>
            <a:ext cx="1005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HUMAN VS AI TEXT CLASSIFIER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69165-4D1D-C592-DDDD-38315C2D2B95}"/>
              </a:ext>
            </a:extLst>
          </p:cNvPr>
          <p:cNvSpPr txBox="1"/>
          <p:nvPr/>
        </p:nvSpPr>
        <p:spPr>
          <a:xfrm>
            <a:off x="1651000" y="5257799"/>
            <a:ext cx="6172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TEAM NAME: SYNTAX SQUAD</a:t>
            </a:r>
          </a:p>
          <a:p>
            <a:endParaRPr lang="en-IN" dirty="0"/>
          </a:p>
          <a:p>
            <a:r>
              <a:rPr lang="en-IN" dirty="0"/>
              <a:t>TEAM MEMBERS:</a:t>
            </a:r>
          </a:p>
          <a:p>
            <a:r>
              <a:rPr lang="en-IN" dirty="0"/>
              <a:t>K. VINDHYASRI</a:t>
            </a:r>
          </a:p>
          <a:p>
            <a:r>
              <a:rPr lang="en-IN" dirty="0"/>
              <a:t>K. SRIVALLI</a:t>
            </a:r>
          </a:p>
          <a:p>
            <a:r>
              <a:rPr lang="en-IN" dirty="0"/>
              <a:t>G. AKHILA</a:t>
            </a:r>
          </a:p>
          <a:p>
            <a:r>
              <a:rPr lang="en-IN" dirty="0"/>
              <a:t>CH.SRUJANA</a:t>
            </a:r>
          </a:p>
          <a:p>
            <a:endParaRPr lang="en-IN" dirty="0"/>
          </a:p>
          <a:p>
            <a:r>
              <a:rPr lang="en-IN" dirty="0"/>
              <a:t>AIML-A</a:t>
            </a:r>
          </a:p>
        </p:txBody>
      </p:sp>
    </p:spTree>
    <p:extLst>
      <p:ext uri="{BB962C8B-B14F-4D97-AF65-F5344CB8AC3E}">
        <p14:creationId xmlns:p14="http://schemas.microsoft.com/office/powerpoint/2010/main" val="495816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23000" y="2112368"/>
            <a:ext cx="3759835" cy="7611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IN" sz="4800" b="1" spc="-320" dirty="0">
                <a:solidFill>
                  <a:srgbClr val="0D1B5D"/>
                </a:solidFill>
                <a:latin typeface="+mn-lt"/>
                <a:cs typeface="Tahoma"/>
              </a:rPr>
              <a:t>TITLE:</a:t>
            </a:r>
            <a:endParaRPr sz="4850" dirty="0">
              <a:latin typeface="+mn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4800" y="2822682"/>
            <a:ext cx="11177905" cy="2766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30400">
              <a:lnSpc>
                <a:spcPct val="100000"/>
              </a:lnSpc>
              <a:spcBef>
                <a:spcPts val="125"/>
              </a:spcBef>
            </a:pPr>
            <a:r>
              <a:rPr sz="4000" b="1" spc="-320" dirty="0">
                <a:solidFill>
                  <a:srgbClr val="0D1B5D"/>
                </a:solidFill>
                <a:latin typeface="Arial"/>
                <a:cs typeface="Arial"/>
              </a:rPr>
              <a:t>H</a:t>
            </a:r>
            <a:r>
              <a:rPr sz="4150" b="1" spc="-320" dirty="0">
                <a:solidFill>
                  <a:srgbClr val="0D1B5D"/>
                </a:solidFill>
                <a:latin typeface="Arial"/>
                <a:cs typeface="Arial"/>
              </a:rPr>
              <a:t>um</a:t>
            </a:r>
            <a:r>
              <a:rPr sz="4000" b="1" spc="-320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4150" b="1" spc="-320" dirty="0">
                <a:solidFill>
                  <a:srgbClr val="0D1B5D"/>
                </a:solidFill>
                <a:latin typeface="Arial"/>
                <a:cs typeface="Arial"/>
              </a:rPr>
              <a:t>n</a:t>
            </a:r>
            <a:r>
              <a:rPr sz="4150" b="1" spc="-33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4150" b="1" spc="-355" dirty="0">
                <a:solidFill>
                  <a:srgbClr val="0D1B5D"/>
                </a:solidFill>
                <a:latin typeface="Arial"/>
                <a:cs typeface="Arial"/>
              </a:rPr>
              <a:t>vs</a:t>
            </a:r>
            <a:r>
              <a:rPr sz="4150" b="1" spc="-39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4000" b="1" spc="-210" dirty="0">
                <a:solidFill>
                  <a:srgbClr val="0D1B5D"/>
                </a:solidFill>
                <a:latin typeface="Arial"/>
                <a:cs typeface="Arial"/>
              </a:rPr>
              <a:t>AI</a:t>
            </a:r>
            <a:r>
              <a:rPr sz="4000" b="1" spc="-30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4000" b="1" spc="-185" dirty="0">
                <a:solidFill>
                  <a:srgbClr val="0D1B5D"/>
                </a:solidFill>
                <a:latin typeface="Arial"/>
                <a:cs typeface="Arial"/>
              </a:rPr>
              <a:t>Te</a:t>
            </a:r>
            <a:r>
              <a:rPr sz="4150" b="1" spc="-185" dirty="0">
                <a:solidFill>
                  <a:srgbClr val="0D1B5D"/>
                </a:solidFill>
                <a:latin typeface="Arial"/>
                <a:cs typeface="Arial"/>
              </a:rPr>
              <a:t>xt</a:t>
            </a:r>
            <a:r>
              <a:rPr sz="4150" b="1" spc="-24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4000" b="1" spc="-254" dirty="0">
                <a:solidFill>
                  <a:srgbClr val="0D1B5D"/>
                </a:solidFill>
                <a:latin typeface="Arial"/>
                <a:cs typeface="Arial"/>
              </a:rPr>
              <a:t>C</a:t>
            </a:r>
            <a:r>
              <a:rPr sz="4150" b="1" spc="-254" dirty="0">
                <a:solidFill>
                  <a:srgbClr val="0D1B5D"/>
                </a:solidFill>
                <a:latin typeface="Arial"/>
                <a:cs typeface="Arial"/>
              </a:rPr>
              <a:t>l</a:t>
            </a:r>
            <a:r>
              <a:rPr sz="4000" b="1" spc="-254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4150" b="1" spc="-254" dirty="0">
                <a:solidFill>
                  <a:srgbClr val="0D1B5D"/>
                </a:solidFill>
                <a:latin typeface="Arial"/>
                <a:cs typeface="Arial"/>
              </a:rPr>
              <a:t>ssifi</a:t>
            </a:r>
            <a:r>
              <a:rPr sz="4000" b="1" spc="-254" dirty="0">
                <a:solidFill>
                  <a:srgbClr val="0D1B5D"/>
                </a:solidFill>
                <a:latin typeface="Arial"/>
                <a:cs typeface="Arial"/>
              </a:rPr>
              <a:t>ca</a:t>
            </a:r>
            <a:r>
              <a:rPr sz="4150" b="1" spc="-254" dirty="0">
                <a:solidFill>
                  <a:srgbClr val="0D1B5D"/>
                </a:solidFill>
                <a:latin typeface="Arial"/>
                <a:cs typeface="Arial"/>
              </a:rPr>
              <a:t>tion</a:t>
            </a:r>
            <a:r>
              <a:rPr sz="4150" b="1" spc="-33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4150" b="1" spc="-325" dirty="0">
                <a:solidFill>
                  <a:srgbClr val="0D1B5D"/>
                </a:solidFill>
                <a:latin typeface="Arial"/>
                <a:cs typeface="Arial"/>
              </a:rPr>
              <a:t>using</a:t>
            </a:r>
            <a:r>
              <a:rPr sz="4150" b="1" spc="-36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4000" b="1" spc="-25" dirty="0">
                <a:solidFill>
                  <a:srgbClr val="0D1B5D"/>
                </a:solidFill>
                <a:latin typeface="Arial"/>
                <a:cs typeface="Arial"/>
              </a:rPr>
              <a:t>NLP</a:t>
            </a:r>
            <a:endParaRPr sz="4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20"/>
              </a:spcBef>
            </a:pPr>
            <a:r>
              <a:rPr sz="2950" b="1" spc="-265" dirty="0">
                <a:solidFill>
                  <a:srgbClr val="1D3A6E"/>
                </a:solidFill>
                <a:latin typeface="Arial"/>
                <a:cs typeface="Arial"/>
              </a:rPr>
              <a:t>D</a:t>
            </a:r>
            <a:r>
              <a:rPr sz="3050" b="1" spc="-265" dirty="0">
                <a:solidFill>
                  <a:srgbClr val="1D3A6E"/>
                </a:solidFill>
                <a:latin typeface="Arial"/>
                <a:cs typeface="Arial"/>
              </a:rPr>
              <a:t>om</a:t>
            </a:r>
            <a:r>
              <a:rPr sz="2950" b="1" spc="-265" dirty="0">
                <a:solidFill>
                  <a:srgbClr val="1D3A6E"/>
                </a:solidFill>
                <a:latin typeface="Arial"/>
                <a:cs typeface="Arial"/>
              </a:rPr>
              <a:t>a</a:t>
            </a:r>
            <a:r>
              <a:rPr sz="3050" b="1" spc="-265" dirty="0">
                <a:solidFill>
                  <a:srgbClr val="1D3A6E"/>
                </a:solidFill>
                <a:latin typeface="Arial"/>
                <a:cs typeface="Arial"/>
              </a:rPr>
              <a:t>in</a:t>
            </a:r>
            <a:r>
              <a:rPr sz="2800" b="1" spc="-265" dirty="0">
                <a:solidFill>
                  <a:srgbClr val="1D3A6E"/>
                </a:solidFill>
                <a:latin typeface="Trebuchet MS"/>
                <a:cs typeface="Trebuchet MS"/>
              </a:rPr>
              <a:t>:</a:t>
            </a:r>
            <a:r>
              <a:rPr sz="2800" b="1" spc="-310" dirty="0">
                <a:solidFill>
                  <a:srgbClr val="1D3A6E"/>
                </a:solidFill>
                <a:latin typeface="Trebuchet MS"/>
                <a:cs typeface="Trebuchet MS"/>
              </a:rPr>
              <a:t> </a:t>
            </a:r>
            <a:r>
              <a:rPr sz="2950" spc="-170" dirty="0">
                <a:solidFill>
                  <a:srgbClr val="1D3A6E"/>
                </a:solidFill>
                <a:latin typeface="Arial"/>
                <a:cs typeface="Arial"/>
              </a:rPr>
              <a:t>Natural</a:t>
            </a:r>
            <a:r>
              <a:rPr sz="2950" spc="-220" dirty="0">
                <a:solidFill>
                  <a:srgbClr val="1D3A6E"/>
                </a:solidFill>
                <a:latin typeface="Arial"/>
                <a:cs typeface="Arial"/>
              </a:rPr>
              <a:t> </a:t>
            </a:r>
            <a:r>
              <a:rPr sz="2950" spc="-210" dirty="0">
                <a:solidFill>
                  <a:srgbClr val="1D3A6E"/>
                </a:solidFill>
                <a:latin typeface="Arial"/>
                <a:cs typeface="Arial"/>
              </a:rPr>
              <a:t>Language</a:t>
            </a:r>
            <a:r>
              <a:rPr sz="2950" spc="-240" dirty="0">
                <a:solidFill>
                  <a:srgbClr val="1D3A6E"/>
                </a:solidFill>
                <a:latin typeface="Arial"/>
                <a:cs typeface="Arial"/>
              </a:rPr>
              <a:t> </a:t>
            </a:r>
            <a:r>
              <a:rPr sz="2950" spc="-180" dirty="0">
                <a:solidFill>
                  <a:srgbClr val="1D3A6E"/>
                </a:solidFill>
                <a:latin typeface="Arial"/>
                <a:cs typeface="Arial"/>
              </a:rPr>
              <a:t>Processing</a:t>
            </a:r>
            <a:r>
              <a:rPr sz="2950" spc="-220" dirty="0">
                <a:solidFill>
                  <a:srgbClr val="1D3A6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D3A6E"/>
                </a:solidFill>
                <a:latin typeface="Tahoma"/>
                <a:cs typeface="Tahoma"/>
              </a:rPr>
              <a:t>(</a:t>
            </a:r>
            <a:r>
              <a:rPr sz="2950" spc="-10" dirty="0">
                <a:solidFill>
                  <a:srgbClr val="1D3A6E"/>
                </a:solidFill>
                <a:latin typeface="Arial"/>
                <a:cs typeface="Arial"/>
              </a:rPr>
              <a:t>NLP</a:t>
            </a:r>
            <a:r>
              <a:rPr sz="2800" spc="-10" dirty="0">
                <a:solidFill>
                  <a:srgbClr val="1D3A6E"/>
                </a:solidFill>
                <a:latin typeface="Tahoma"/>
                <a:cs typeface="Tahoma"/>
              </a:rPr>
              <a:t>)</a:t>
            </a:r>
            <a:endParaRPr sz="2800" dirty="0">
              <a:latin typeface="Tahoma"/>
              <a:cs typeface="Tahoma"/>
            </a:endParaRPr>
          </a:p>
          <a:p>
            <a:pPr marL="12700" marR="266065">
              <a:lnSpc>
                <a:spcPts val="5200"/>
              </a:lnSpc>
            </a:pPr>
            <a:r>
              <a:rPr sz="2950" b="1" spc="-285" dirty="0">
                <a:solidFill>
                  <a:srgbClr val="1D3A6E"/>
                </a:solidFill>
                <a:latin typeface="Arial"/>
                <a:cs typeface="Arial"/>
              </a:rPr>
              <a:t>G</a:t>
            </a:r>
            <a:r>
              <a:rPr sz="3050" b="1" spc="-285" dirty="0">
                <a:solidFill>
                  <a:srgbClr val="1D3A6E"/>
                </a:solidFill>
                <a:latin typeface="Arial"/>
                <a:cs typeface="Arial"/>
              </a:rPr>
              <a:t>o</a:t>
            </a:r>
            <a:r>
              <a:rPr sz="2950" b="1" spc="-285" dirty="0">
                <a:solidFill>
                  <a:srgbClr val="1D3A6E"/>
                </a:solidFill>
                <a:latin typeface="Arial"/>
                <a:cs typeface="Arial"/>
              </a:rPr>
              <a:t>a</a:t>
            </a:r>
            <a:r>
              <a:rPr sz="3050" b="1" spc="-285" dirty="0">
                <a:solidFill>
                  <a:srgbClr val="1D3A6E"/>
                </a:solidFill>
                <a:latin typeface="Arial"/>
                <a:cs typeface="Arial"/>
              </a:rPr>
              <a:t>l</a:t>
            </a:r>
            <a:r>
              <a:rPr sz="2800" b="1" spc="-285" dirty="0">
                <a:solidFill>
                  <a:srgbClr val="1D3A6E"/>
                </a:solidFill>
                <a:latin typeface="Trebuchet MS"/>
                <a:cs typeface="Trebuchet MS"/>
              </a:rPr>
              <a:t>:</a:t>
            </a:r>
            <a:r>
              <a:rPr sz="2800" b="1" spc="-215" dirty="0">
                <a:solidFill>
                  <a:srgbClr val="1D3A6E"/>
                </a:solidFill>
                <a:latin typeface="Trebuchet MS"/>
                <a:cs typeface="Trebuchet MS"/>
              </a:rPr>
              <a:t> </a:t>
            </a:r>
            <a:r>
              <a:rPr sz="2950" spc="-195" dirty="0">
                <a:solidFill>
                  <a:srgbClr val="333333"/>
                </a:solidFill>
                <a:latin typeface="Arial"/>
                <a:cs typeface="Arial"/>
              </a:rPr>
              <a:t>Build</a:t>
            </a:r>
            <a:r>
              <a:rPr sz="2950" spc="-2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spc="-22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2950" spc="-2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spc="-170" dirty="0">
                <a:solidFill>
                  <a:srgbClr val="333333"/>
                </a:solidFill>
                <a:latin typeface="Arial"/>
                <a:cs typeface="Arial"/>
              </a:rPr>
              <a:t>model</a:t>
            </a:r>
            <a:r>
              <a:rPr sz="2950" spc="-2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spc="-75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2950" spc="-2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spc="-135" dirty="0">
                <a:solidFill>
                  <a:srgbClr val="333333"/>
                </a:solidFill>
                <a:latin typeface="Arial"/>
                <a:cs typeface="Arial"/>
              </a:rPr>
              <a:t>classify</a:t>
            </a:r>
            <a:r>
              <a:rPr sz="2950" spc="-2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spc="-80" dirty="0">
                <a:solidFill>
                  <a:srgbClr val="333333"/>
                </a:solidFill>
                <a:latin typeface="Arial"/>
                <a:cs typeface="Arial"/>
              </a:rPr>
              <a:t>text</a:t>
            </a:r>
            <a:r>
              <a:rPr sz="2950" spc="-2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spc="-215" dirty="0">
                <a:solidFill>
                  <a:srgbClr val="333333"/>
                </a:solidFill>
                <a:latin typeface="Arial"/>
                <a:cs typeface="Arial"/>
              </a:rPr>
              <a:t>as</a:t>
            </a:r>
            <a:r>
              <a:rPr sz="2950" spc="-20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b="1" spc="-240" dirty="0">
                <a:solidFill>
                  <a:srgbClr val="333333"/>
                </a:solidFill>
                <a:latin typeface="Arial"/>
                <a:cs typeface="Arial"/>
              </a:rPr>
              <a:t>H</a:t>
            </a:r>
            <a:r>
              <a:rPr sz="3050" b="1" spc="-240" dirty="0">
                <a:solidFill>
                  <a:srgbClr val="333333"/>
                </a:solidFill>
                <a:latin typeface="Arial"/>
                <a:cs typeface="Arial"/>
              </a:rPr>
              <a:t>um</a:t>
            </a:r>
            <a:r>
              <a:rPr sz="2950" b="1" spc="-24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3050" b="1" spc="-240" dirty="0">
                <a:solidFill>
                  <a:srgbClr val="333333"/>
                </a:solidFill>
                <a:latin typeface="Arial"/>
                <a:cs typeface="Arial"/>
              </a:rPr>
              <a:t>n</a:t>
            </a:r>
            <a:r>
              <a:rPr sz="2800" b="1" spc="-240" dirty="0">
                <a:solidFill>
                  <a:srgbClr val="333333"/>
                </a:solidFill>
                <a:latin typeface="Trebuchet MS"/>
                <a:cs typeface="Trebuchet MS"/>
              </a:rPr>
              <a:t>-</a:t>
            </a:r>
            <a:r>
              <a:rPr sz="3050" b="1" spc="-200" dirty="0">
                <a:solidFill>
                  <a:srgbClr val="333333"/>
                </a:solidFill>
                <a:latin typeface="Arial"/>
                <a:cs typeface="Arial"/>
              </a:rPr>
              <a:t>g</a:t>
            </a:r>
            <a:r>
              <a:rPr sz="2950" b="1" spc="-200" dirty="0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sz="3050" b="1" spc="-200" dirty="0">
                <a:solidFill>
                  <a:srgbClr val="333333"/>
                </a:solidFill>
                <a:latin typeface="Arial"/>
                <a:cs typeface="Arial"/>
              </a:rPr>
              <a:t>n</a:t>
            </a:r>
            <a:r>
              <a:rPr sz="2950" b="1" spc="-200" dirty="0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sz="3050" b="1" spc="-200" dirty="0">
                <a:solidFill>
                  <a:srgbClr val="333333"/>
                </a:solidFill>
                <a:latin typeface="Arial"/>
                <a:cs typeface="Arial"/>
              </a:rPr>
              <a:t>r</a:t>
            </a:r>
            <a:r>
              <a:rPr sz="2950" b="1" spc="-2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3050" b="1" spc="-200" dirty="0">
                <a:solidFill>
                  <a:srgbClr val="333333"/>
                </a:solidFill>
                <a:latin typeface="Arial"/>
                <a:cs typeface="Arial"/>
              </a:rPr>
              <a:t>t</a:t>
            </a:r>
            <a:r>
              <a:rPr sz="2950" b="1" spc="-200" dirty="0">
                <a:solidFill>
                  <a:srgbClr val="333333"/>
                </a:solidFill>
                <a:latin typeface="Arial"/>
                <a:cs typeface="Arial"/>
              </a:rPr>
              <a:t>ed</a:t>
            </a:r>
            <a:r>
              <a:rPr sz="2950" b="1" spc="-2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spc="-100" dirty="0">
                <a:solidFill>
                  <a:srgbClr val="333333"/>
                </a:solidFill>
                <a:latin typeface="Arial"/>
                <a:cs typeface="Arial"/>
              </a:rPr>
              <a:t>or</a:t>
            </a:r>
            <a:r>
              <a:rPr sz="2950" spc="-25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b="1" spc="-145" dirty="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2800" b="1" spc="-145" dirty="0">
                <a:solidFill>
                  <a:srgbClr val="333333"/>
                </a:solidFill>
                <a:latin typeface="Trebuchet MS"/>
                <a:cs typeface="Trebuchet MS"/>
              </a:rPr>
              <a:t>-</a:t>
            </a:r>
            <a:r>
              <a:rPr sz="3050" b="1" spc="-125" dirty="0">
                <a:solidFill>
                  <a:srgbClr val="333333"/>
                </a:solidFill>
                <a:latin typeface="Arial"/>
                <a:cs typeface="Arial"/>
              </a:rPr>
              <a:t>g</a:t>
            </a:r>
            <a:r>
              <a:rPr sz="2950" b="1" spc="-125" dirty="0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sz="3050" b="1" spc="-125" dirty="0">
                <a:solidFill>
                  <a:srgbClr val="333333"/>
                </a:solidFill>
                <a:latin typeface="Arial"/>
                <a:cs typeface="Arial"/>
              </a:rPr>
              <a:t>n</a:t>
            </a:r>
            <a:r>
              <a:rPr sz="2950" b="1" spc="-125" dirty="0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sz="3050" b="1" spc="-125" dirty="0">
                <a:solidFill>
                  <a:srgbClr val="333333"/>
                </a:solidFill>
                <a:latin typeface="Arial"/>
                <a:cs typeface="Arial"/>
              </a:rPr>
              <a:t>r</a:t>
            </a:r>
            <a:r>
              <a:rPr sz="2950" b="1" spc="-125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3050" b="1" spc="-125" dirty="0">
                <a:solidFill>
                  <a:srgbClr val="333333"/>
                </a:solidFill>
                <a:latin typeface="Arial"/>
                <a:cs typeface="Arial"/>
              </a:rPr>
              <a:t>t</a:t>
            </a:r>
            <a:r>
              <a:rPr sz="2950" b="1" spc="-125" dirty="0">
                <a:solidFill>
                  <a:srgbClr val="333333"/>
                </a:solidFill>
                <a:latin typeface="Arial"/>
                <a:cs typeface="Arial"/>
              </a:rPr>
              <a:t>ed </a:t>
            </a:r>
            <a:r>
              <a:rPr sz="2950" b="1" spc="-225" dirty="0">
                <a:solidFill>
                  <a:srgbClr val="1D3A6E"/>
                </a:solidFill>
                <a:latin typeface="Arial"/>
                <a:cs typeface="Arial"/>
              </a:rPr>
              <a:t>F</a:t>
            </a:r>
            <a:r>
              <a:rPr sz="3050" b="1" spc="-225" dirty="0">
                <a:solidFill>
                  <a:srgbClr val="1D3A6E"/>
                </a:solidFill>
                <a:latin typeface="Arial"/>
                <a:cs typeface="Arial"/>
              </a:rPr>
              <a:t>r</a:t>
            </a:r>
            <a:r>
              <a:rPr sz="2950" b="1" spc="-225" dirty="0">
                <a:solidFill>
                  <a:srgbClr val="1D3A6E"/>
                </a:solidFill>
                <a:latin typeface="Arial"/>
                <a:cs typeface="Arial"/>
              </a:rPr>
              <a:t>a</a:t>
            </a:r>
            <a:r>
              <a:rPr sz="3050" b="1" spc="-225" dirty="0">
                <a:solidFill>
                  <a:srgbClr val="1D3A6E"/>
                </a:solidFill>
                <a:latin typeface="Arial"/>
                <a:cs typeface="Arial"/>
              </a:rPr>
              <a:t>m</a:t>
            </a:r>
            <a:r>
              <a:rPr sz="2950" b="1" spc="-225" dirty="0">
                <a:solidFill>
                  <a:srgbClr val="1D3A6E"/>
                </a:solidFill>
                <a:latin typeface="Arial"/>
                <a:cs typeface="Arial"/>
              </a:rPr>
              <a:t>e</a:t>
            </a:r>
            <a:r>
              <a:rPr sz="3050" b="1" spc="-225" dirty="0">
                <a:solidFill>
                  <a:srgbClr val="1D3A6E"/>
                </a:solidFill>
                <a:latin typeface="Arial"/>
                <a:cs typeface="Arial"/>
              </a:rPr>
              <a:t>work</a:t>
            </a:r>
            <a:r>
              <a:rPr sz="2800" b="1" spc="-225" dirty="0">
                <a:solidFill>
                  <a:srgbClr val="1D3A6E"/>
                </a:solidFill>
                <a:latin typeface="Trebuchet MS"/>
                <a:cs typeface="Trebuchet MS"/>
              </a:rPr>
              <a:t>:</a:t>
            </a:r>
            <a:r>
              <a:rPr sz="2800" b="1" spc="-204" dirty="0">
                <a:solidFill>
                  <a:srgbClr val="1D3A6E"/>
                </a:solidFill>
                <a:latin typeface="Trebuchet MS"/>
                <a:cs typeface="Trebuchet MS"/>
              </a:rPr>
              <a:t> </a:t>
            </a:r>
            <a:r>
              <a:rPr sz="2950" spc="-195" dirty="0">
                <a:solidFill>
                  <a:srgbClr val="333333"/>
                </a:solidFill>
                <a:latin typeface="Arial"/>
                <a:cs typeface="Arial"/>
              </a:rPr>
              <a:t>Hugging</a:t>
            </a:r>
            <a:r>
              <a:rPr sz="2950" spc="-2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spc="-235" dirty="0">
                <a:solidFill>
                  <a:srgbClr val="333333"/>
                </a:solidFill>
                <a:latin typeface="Arial"/>
                <a:cs typeface="Arial"/>
              </a:rPr>
              <a:t>Face</a:t>
            </a:r>
            <a:r>
              <a:rPr sz="2950" spc="-1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spc="-170" dirty="0">
                <a:solidFill>
                  <a:srgbClr val="333333"/>
                </a:solidFill>
                <a:latin typeface="Arial"/>
                <a:cs typeface="Arial"/>
              </a:rPr>
              <a:t>Transformers</a:t>
            </a:r>
            <a:r>
              <a:rPr sz="2950" spc="-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333333"/>
                </a:solidFill>
                <a:latin typeface="Arial"/>
                <a:cs typeface="Arial"/>
              </a:rPr>
              <a:t>+</a:t>
            </a:r>
            <a:r>
              <a:rPr sz="2900" spc="-2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333333"/>
                </a:solidFill>
                <a:latin typeface="Arial"/>
                <a:cs typeface="Arial"/>
              </a:rPr>
              <a:t>PyTorch</a:t>
            </a:r>
            <a:endParaRPr sz="295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2815" y="5888825"/>
            <a:ext cx="13310235" cy="30480"/>
          </a:xfrm>
          <a:custGeom>
            <a:avLst/>
            <a:gdLst/>
            <a:ahLst/>
            <a:cxnLst/>
            <a:rect l="l" t="t" r="r" b="b"/>
            <a:pathLst>
              <a:path w="13310235" h="30479">
                <a:moveTo>
                  <a:pt x="13310235" y="30479"/>
                </a:moveTo>
                <a:lnTo>
                  <a:pt x="0" y="30479"/>
                </a:lnTo>
                <a:lnTo>
                  <a:pt x="0" y="0"/>
                </a:lnTo>
                <a:lnTo>
                  <a:pt x="13310235" y="0"/>
                </a:lnTo>
                <a:lnTo>
                  <a:pt x="13310235" y="30479"/>
                </a:lnTo>
                <a:close/>
              </a:path>
            </a:pathLst>
          </a:custGeom>
          <a:solidFill>
            <a:srgbClr val="1D3A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72815" y="6010747"/>
            <a:ext cx="4314825" cy="914400"/>
          </a:xfrm>
          <a:prstGeom prst="rect">
            <a:avLst/>
          </a:prstGeom>
          <a:solidFill>
            <a:srgbClr val="DBE6F1"/>
          </a:solidFill>
          <a:ln w="25400">
            <a:solidFill>
              <a:srgbClr val="1D3A6E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2300" b="1" spc="-160" dirty="0">
                <a:solidFill>
                  <a:srgbClr val="0D1B5D"/>
                </a:solidFill>
                <a:latin typeface="Arial"/>
                <a:cs typeface="Arial"/>
              </a:rPr>
              <a:t>B</a:t>
            </a:r>
            <a:r>
              <a:rPr sz="2350" b="1" spc="-160" dirty="0">
                <a:solidFill>
                  <a:srgbClr val="0D1B5D"/>
                </a:solidFill>
                <a:latin typeface="Arial"/>
                <a:cs typeface="Arial"/>
              </a:rPr>
              <a:t>in</a:t>
            </a:r>
            <a:r>
              <a:rPr sz="2300" b="1" spc="-160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2350" b="1" spc="-160" dirty="0">
                <a:solidFill>
                  <a:srgbClr val="0D1B5D"/>
                </a:solidFill>
                <a:latin typeface="Arial"/>
                <a:cs typeface="Arial"/>
              </a:rPr>
              <a:t>ry </a:t>
            </a:r>
            <a:r>
              <a:rPr sz="2300" b="1" spc="-30" dirty="0">
                <a:solidFill>
                  <a:srgbClr val="0D1B5D"/>
                </a:solidFill>
                <a:latin typeface="Arial"/>
                <a:cs typeface="Arial"/>
              </a:rPr>
              <a:t>C</a:t>
            </a:r>
            <a:r>
              <a:rPr sz="2350" b="1" spc="-30" dirty="0">
                <a:solidFill>
                  <a:srgbClr val="0D1B5D"/>
                </a:solidFill>
                <a:latin typeface="Arial"/>
                <a:cs typeface="Arial"/>
              </a:rPr>
              <a:t>l</a:t>
            </a:r>
            <a:r>
              <a:rPr sz="2300" b="1" spc="-30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2350" b="1" spc="-30" dirty="0">
                <a:solidFill>
                  <a:srgbClr val="0D1B5D"/>
                </a:solidFill>
                <a:latin typeface="Arial"/>
                <a:cs typeface="Arial"/>
              </a:rPr>
              <a:t>ssifi</a:t>
            </a:r>
            <a:r>
              <a:rPr sz="2300" b="1" spc="-30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2350" b="1" spc="-30" dirty="0">
                <a:solidFill>
                  <a:srgbClr val="0D1B5D"/>
                </a:solidFill>
                <a:latin typeface="Arial"/>
                <a:cs typeface="Arial"/>
              </a:rPr>
              <a:t>r</a:t>
            </a:r>
            <a:endParaRPr sz="2350">
              <a:latin typeface="Arial"/>
              <a:cs typeface="Arial"/>
            </a:endParaRPr>
          </a:p>
          <a:p>
            <a:pPr marR="5080" algn="ctr">
              <a:lnSpc>
                <a:spcPct val="100000"/>
              </a:lnSpc>
              <a:spcBef>
                <a:spcPts val="580"/>
              </a:spcBef>
            </a:pPr>
            <a:r>
              <a:rPr sz="1750" spc="-85" dirty="0">
                <a:solidFill>
                  <a:srgbClr val="444444"/>
                </a:solidFill>
                <a:latin typeface="Arial"/>
                <a:cs typeface="Arial"/>
              </a:rPr>
              <a:t>Classification</a:t>
            </a:r>
            <a:r>
              <a:rPr sz="1750" spc="-8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50" spc="-20" dirty="0">
                <a:solidFill>
                  <a:srgbClr val="444444"/>
                </a:solidFill>
                <a:latin typeface="Arial"/>
                <a:cs typeface="Arial"/>
              </a:rPr>
              <a:t>Type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0512" y="6010747"/>
            <a:ext cx="4314825" cy="914400"/>
          </a:xfrm>
          <a:prstGeom prst="rect">
            <a:avLst/>
          </a:prstGeom>
          <a:solidFill>
            <a:srgbClr val="DBE6F1"/>
          </a:solidFill>
          <a:ln w="25400">
            <a:solidFill>
              <a:srgbClr val="1D3A6E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320"/>
              </a:spcBef>
            </a:pPr>
            <a:r>
              <a:rPr sz="2300" b="1" spc="-155" dirty="0">
                <a:solidFill>
                  <a:srgbClr val="0D1B5D"/>
                </a:solidFill>
                <a:latin typeface="Arial"/>
                <a:cs typeface="Arial"/>
              </a:rPr>
              <a:t>NLP</a:t>
            </a:r>
            <a:r>
              <a:rPr sz="2300" b="1" spc="-9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0D1B5D"/>
                </a:solidFill>
                <a:latin typeface="Arial"/>
                <a:cs typeface="Arial"/>
              </a:rPr>
              <a:t>D</a:t>
            </a:r>
            <a:r>
              <a:rPr sz="2350" b="1" spc="-10" dirty="0">
                <a:solidFill>
                  <a:srgbClr val="0D1B5D"/>
                </a:solidFill>
                <a:latin typeface="Arial"/>
                <a:cs typeface="Arial"/>
              </a:rPr>
              <a:t>om</a:t>
            </a:r>
            <a:r>
              <a:rPr sz="2300" b="1" spc="-10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2350" b="1" spc="-10" dirty="0">
                <a:solidFill>
                  <a:srgbClr val="0D1B5D"/>
                </a:solidFill>
                <a:latin typeface="Arial"/>
                <a:cs typeface="Arial"/>
              </a:rPr>
              <a:t>in</a:t>
            </a:r>
            <a:endParaRPr sz="235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580"/>
              </a:spcBef>
            </a:pPr>
            <a:r>
              <a:rPr sz="1750" spc="-100" dirty="0">
                <a:solidFill>
                  <a:srgbClr val="444444"/>
                </a:solidFill>
                <a:latin typeface="Arial"/>
                <a:cs typeface="Arial"/>
              </a:rPr>
              <a:t>Natural</a:t>
            </a:r>
            <a:r>
              <a:rPr sz="1750" spc="-1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50" spc="-114" dirty="0">
                <a:solidFill>
                  <a:srgbClr val="444444"/>
                </a:solidFill>
                <a:latin typeface="Arial"/>
                <a:cs typeface="Arial"/>
              </a:rPr>
              <a:t>Language</a:t>
            </a:r>
            <a:r>
              <a:rPr sz="1750" spc="-10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444444"/>
                </a:solidFill>
                <a:latin typeface="Arial"/>
                <a:cs typeface="Arial"/>
              </a:rPr>
              <a:t>Processing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68209" y="6010747"/>
            <a:ext cx="4314825" cy="914400"/>
          </a:xfrm>
          <a:prstGeom prst="rect">
            <a:avLst/>
          </a:prstGeom>
          <a:solidFill>
            <a:srgbClr val="DBE6F1"/>
          </a:solidFill>
          <a:ln w="25400">
            <a:solidFill>
              <a:srgbClr val="1D3A6E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R="14604" algn="ctr">
              <a:lnSpc>
                <a:spcPct val="100000"/>
              </a:lnSpc>
              <a:spcBef>
                <a:spcPts val="320"/>
              </a:spcBef>
            </a:pPr>
            <a:r>
              <a:rPr sz="2300" b="1" spc="-165" dirty="0">
                <a:solidFill>
                  <a:srgbClr val="0D1B5D"/>
                </a:solidFill>
                <a:latin typeface="Arial"/>
                <a:cs typeface="Arial"/>
              </a:rPr>
              <a:t>H</a:t>
            </a:r>
            <a:r>
              <a:rPr sz="2350" b="1" spc="-165" dirty="0">
                <a:solidFill>
                  <a:srgbClr val="0D1B5D"/>
                </a:solidFill>
                <a:latin typeface="Arial"/>
                <a:cs typeface="Arial"/>
              </a:rPr>
              <a:t>ugging</a:t>
            </a:r>
            <a:r>
              <a:rPr sz="2300" b="1" spc="-165" dirty="0">
                <a:solidFill>
                  <a:srgbClr val="0D1B5D"/>
                </a:solidFill>
                <a:latin typeface="Arial"/>
                <a:cs typeface="Arial"/>
              </a:rPr>
              <a:t>Face</a:t>
            </a:r>
            <a:r>
              <a:rPr sz="2300" b="1" spc="4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srgbClr val="0D1B5D"/>
                </a:solidFill>
                <a:latin typeface="Adobe Gothic Std B"/>
                <a:cs typeface="Adobe Gothic Std B"/>
              </a:rPr>
              <a:t>+</a:t>
            </a:r>
            <a:r>
              <a:rPr sz="2050" b="1" spc="-25" dirty="0">
                <a:solidFill>
                  <a:srgbClr val="0D1B5D"/>
                </a:solidFill>
                <a:latin typeface="Adobe Gothic Std B"/>
                <a:cs typeface="Adobe Gothic Std B"/>
              </a:rPr>
              <a:t> </a:t>
            </a:r>
            <a:r>
              <a:rPr sz="2300" b="1" spc="-10" dirty="0">
                <a:solidFill>
                  <a:srgbClr val="0D1B5D"/>
                </a:solidFill>
                <a:latin typeface="Arial"/>
                <a:cs typeface="Arial"/>
              </a:rPr>
              <a:t>P</a:t>
            </a:r>
            <a:r>
              <a:rPr sz="2350" b="1" spc="-10" dirty="0">
                <a:solidFill>
                  <a:srgbClr val="0D1B5D"/>
                </a:solidFill>
                <a:latin typeface="Arial"/>
                <a:cs typeface="Arial"/>
              </a:rPr>
              <a:t>y</a:t>
            </a:r>
            <a:r>
              <a:rPr sz="2300" b="1" spc="-10" dirty="0">
                <a:solidFill>
                  <a:srgbClr val="0D1B5D"/>
                </a:solidFill>
                <a:latin typeface="Arial"/>
                <a:cs typeface="Arial"/>
              </a:rPr>
              <a:t>T</a:t>
            </a:r>
            <a:r>
              <a:rPr sz="2350" b="1" spc="-10" dirty="0">
                <a:solidFill>
                  <a:srgbClr val="0D1B5D"/>
                </a:solidFill>
                <a:latin typeface="Arial"/>
                <a:cs typeface="Arial"/>
              </a:rPr>
              <a:t>or</a:t>
            </a:r>
            <a:r>
              <a:rPr sz="2300" b="1" spc="-10" dirty="0">
                <a:solidFill>
                  <a:srgbClr val="0D1B5D"/>
                </a:solidFill>
                <a:latin typeface="Arial"/>
                <a:cs typeface="Arial"/>
              </a:rPr>
              <a:t>c</a:t>
            </a:r>
            <a:r>
              <a:rPr sz="2350" b="1" spc="-10" dirty="0">
                <a:solidFill>
                  <a:srgbClr val="0D1B5D"/>
                </a:solidFill>
                <a:latin typeface="Arial"/>
                <a:cs typeface="Arial"/>
              </a:rPr>
              <a:t>h</a:t>
            </a:r>
            <a:endParaRPr sz="2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1750" spc="-10" dirty="0">
                <a:solidFill>
                  <a:srgbClr val="444444"/>
                </a:solidFill>
                <a:latin typeface="Arial"/>
                <a:cs typeface="Arial"/>
              </a:rPr>
              <a:t>Framework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78600" y="2112368"/>
            <a:ext cx="3683000" cy="7534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IN" sz="4800" b="1" spc="-320" dirty="0">
                <a:solidFill>
                  <a:srgbClr val="0D1B5D"/>
                </a:solidFill>
                <a:latin typeface="Tahoma"/>
                <a:cs typeface="Tahoma"/>
              </a:rPr>
              <a:t>TECH STACK:</a:t>
            </a:r>
            <a:endParaRPr sz="4850" dirty="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72815" y="5986362"/>
            <a:ext cx="13310235" cy="24765"/>
          </a:xfrm>
          <a:custGeom>
            <a:avLst/>
            <a:gdLst/>
            <a:ahLst/>
            <a:cxnLst/>
            <a:rect l="l" t="t" r="r" b="b"/>
            <a:pathLst>
              <a:path w="13310235" h="24764">
                <a:moveTo>
                  <a:pt x="13310235" y="24384"/>
                </a:moveTo>
                <a:lnTo>
                  <a:pt x="0" y="24384"/>
                </a:lnTo>
                <a:lnTo>
                  <a:pt x="0" y="0"/>
                </a:lnTo>
                <a:lnTo>
                  <a:pt x="13310235" y="0"/>
                </a:lnTo>
                <a:lnTo>
                  <a:pt x="13310235" y="24384"/>
                </a:lnTo>
                <a:close/>
              </a:path>
            </a:pathLst>
          </a:custGeom>
          <a:solidFill>
            <a:srgbClr val="AABA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74800" y="2748471"/>
            <a:ext cx="7050405" cy="375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17140">
              <a:lnSpc>
                <a:spcPct val="123500"/>
              </a:lnSpc>
              <a:spcBef>
                <a:spcPts val="95"/>
              </a:spcBef>
            </a:pPr>
            <a:r>
              <a:rPr sz="2600" b="1" spc="-195" dirty="0">
                <a:solidFill>
                  <a:srgbClr val="0D1B5D"/>
                </a:solidFill>
                <a:latin typeface="Arial"/>
                <a:cs typeface="Arial"/>
              </a:rPr>
              <a:t>P</a:t>
            </a:r>
            <a:r>
              <a:rPr sz="2700" b="1" spc="-195" dirty="0">
                <a:solidFill>
                  <a:srgbClr val="0D1B5D"/>
                </a:solidFill>
                <a:latin typeface="Arial"/>
                <a:cs typeface="Arial"/>
              </a:rPr>
              <a:t>rogr</a:t>
            </a:r>
            <a:r>
              <a:rPr sz="2600" b="1" spc="-195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2700" b="1" spc="-195" dirty="0">
                <a:solidFill>
                  <a:srgbClr val="0D1B5D"/>
                </a:solidFill>
                <a:latin typeface="Arial"/>
                <a:cs typeface="Arial"/>
              </a:rPr>
              <a:t>mming</a:t>
            </a:r>
            <a:r>
              <a:rPr sz="2700" b="1" spc="-24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600" b="1" spc="-204" dirty="0">
                <a:solidFill>
                  <a:srgbClr val="0D1B5D"/>
                </a:solidFill>
                <a:latin typeface="Arial"/>
                <a:cs typeface="Arial"/>
              </a:rPr>
              <a:t>La</a:t>
            </a:r>
            <a:r>
              <a:rPr sz="2700" b="1" spc="-204" dirty="0">
                <a:solidFill>
                  <a:srgbClr val="0D1B5D"/>
                </a:solidFill>
                <a:latin typeface="Arial"/>
                <a:cs typeface="Arial"/>
              </a:rPr>
              <a:t>ngu</a:t>
            </a:r>
            <a:r>
              <a:rPr sz="2600" b="1" spc="-204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2700" b="1" spc="-204" dirty="0">
                <a:solidFill>
                  <a:srgbClr val="0D1B5D"/>
                </a:solidFill>
                <a:latin typeface="Arial"/>
                <a:cs typeface="Arial"/>
              </a:rPr>
              <a:t>g</a:t>
            </a:r>
            <a:r>
              <a:rPr sz="2600" b="1" spc="-204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2500" b="1" spc="-204" dirty="0">
                <a:solidFill>
                  <a:srgbClr val="0D1B5D"/>
                </a:solidFill>
                <a:latin typeface="Trebuchet MS"/>
                <a:cs typeface="Trebuchet MS"/>
              </a:rPr>
              <a:t>: </a:t>
            </a:r>
            <a:r>
              <a:rPr sz="2600" spc="-105" dirty="0">
                <a:solidFill>
                  <a:srgbClr val="212121"/>
                </a:solidFill>
                <a:latin typeface="Arial"/>
                <a:cs typeface="Arial"/>
              </a:rPr>
              <a:t>Python </a:t>
            </a:r>
            <a:r>
              <a:rPr sz="2600" b="1" spc="-65" dirty="0">
                <a:solidFill>
                  <a:srgbClr val="0D1B5D"/>
                </a:solidFill>
                <a:latin typeface="Arial"/>
                <a:cs typeface="Arial"/>
              </a:rPr>
              <a:t>L</a:t>
            </a:r>
            <a:r>
              <a:rPr sz="2700" b="1" spc="-65" dirty="0">
                <a:solidFill>
                  <a:srgbClr val="0D1B5D"/>
                </a:solidFill>
                <a:latin typeface="Arial"/>
                <a:cs typeface="Arial"/>
              </a:rPr>
              <a:t>i</a:t>
            </a:r>
            <a:r>
              <a:rPr sz="2600" b="1" spc="-65" dirty="0">
                <a:solidFill>
                  <a:srgbClr val="0D1B5D"/>
                </a:solidFill>
                <a:latin typeface="Arial"/>
                <a:cs typeface="Arial"/>
              </a:rPr>
              <a:t>b</a:t>
            </a:r>
            <a:r>
              <a:rPr sz="2700" b="1" spc="-65" dirty="0">
                <a:solidFill>
                  <a:srgbClr val="0D1B5D"/>
                </a:solidFill>
                <a:latin typeface="Arial"/>
                <a:cs typeface="Arial"/>
              </a:rPr>
              <a:t>r</a:t>
            </a:r>
            <a:r>
              <a:rPr sz="2600" b="1" spc="-65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2700" b="1" spc="-65" dirty="0">
                <a:solidFill>
                  <a:srgbClr val="0D1B5D"/>
                </a:solidFill>
                <a:latin typeface="Arial"/>
                <a:cs typeface="Arial"/>
              </a:rPr>
              <a:t>ri</a:t>
            </a:r>
            <a:r>
              <a:rPr sz="2600" b="1" spc="-65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2700" b="1" spc="-65" dirty="0">
                <a:solidFill>
                  <a:srgbClr val="0D1B5D"/>
                </a:solidFill>
                <a:latin typeface="Arial"/>
                <a:cs typeface="Arial"/>
              </a:rPr>
              <a:t>s</a:t>
            </a:r>
            <a:r>
              <a:rPr sz="2500" b="1" spc="-65" dirty="0">
                <a:solidFill>
                  <a:srgbClr val="0D1B5D"/>
                </a:solidFill>
                <a:latin typeface="Trebuchet MS"/>
                <a:cs typeface="Trebuchet MS"/>
              </a:rPr>
              <a:t>:</a:t>
            </a:r>
            <a:endParaRPr sz="2500">
              <a:latin typeface="Trebuchet MS"/>
              <a:cs typeface="Trebuchet MS"/>
            </a:endParaRPr>
          </a:p>
          <a:p>
            <a:pPr marL="774065" indent="-329565">
              <a:lnSpc>
                <a:spcPct val="100000"/>
              </a:lnSpc>
              <a:spcBef>
                <a:spcPts val="610"/>
              </a:spcBef>
              <a:buClr>
                <a:srgbClr val="1D3A6E"/>
              </a:buClr>
              <a:buSzPct val="91489"/>
              <a:buFont typeface="Tahoma"/>
              <a:buChar char="•"/>
              <a:tabLst>
                <a:tab pos="774065" algn="l"/>
              </a:tabLst>
            </a:pPr>
            <a:r>
              <a:rPr sz="2350" b="1" spc="-120" dirty="0">
                <a:solidFill>
                  <a:srgbClr val="C74209"/>
                </a:solidFill>
                <a:latin typeface="Arial"/>
                <a:cs typeface="Arial"/>
              </a:rPr>
              <a:t>tr</a:t>
            </a:r>
            <a:r>
              <a:rPr sz="2300" b="1" spc="-120" dirty="0">
                <a:solidFill>
                  <a:srgbClr val="C74209"/>
                </a:solidFill>
                <a:latin typeface="Arial"/>
                <a:cs typeface="Arial"/>
              </a:rPr>
              <a:t>a</a:t>
            </a:r>
            <a:r>
              <a:rPr sz="2350" b="1" spc="-120" dirty="0">
                <a:solidFill>
                  <a:srgbClr val="C74209"/>
                </a:solidFill>
                <a:latin typeface="Arial"/>
                <a:cs typeface="Arial"/>
              </a:rPr>
              <a:t>nsform</a:t>
            </a:r>
            <a:r>
              <a:rPr sz="2300" b="1" spc="-120" dirty="0">
                <a:solidFill>
                  <a:srgbClr val="C74209"/>
                </a:solidFill>
                <a:latin typeface="Arial"/>
                <a:cs typeface="Arial"/>
              </a:rPr>
              <a:t>e</a:t>
            </a:r>
            <a:r>
              <a:rPr sz="2350" b="1" spc="-120" dirty="0">
                <a:solidFill>
                  <a:srgbClr val="C74209"/>
                </a:solidFill>
                <a:latin typeface="Arial"/>
                <a:cs typeface="Arial"/>
              </a:rPr>
              <a:t>rs</a:t>
            </a:r>
            <a:r>
              <a:rPr sz="2350" b="1" spc="-130" dirty="0">
                <a:solidFill>
                  <a:srgbClr val="C74209"/>
                </a:solidFill>
                <a:latin typeface="Arial"/>
                <a:cs typeface="Arial"/>
              </a:rPr>
              <a:t> </a:t>
            </a:r>
            <a:r>
              <a:rPr sz="2250" spc="-180" dirty="0">
                <a:solidFill>
                  <a:srgbClr val="212121"/>
                </a:solidFill>
                <a:latin typeface="Arial"/>
                <a:cs typeface="Arial"/>
              </a:rPr>
              <a:t>→</a:t>
            </a:r>
            <a:r>
              <a:rPr sz="2250" spc="-7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250" spc="-90" dirty="0">
                <a:solidFill>
                  <a:srgbClr val="212121"/>
                </a:solidFill>
                <a:latin typeface="Arial"/>
                <a:cs typeface="Arial"/>
              </a:rPr>
              <a:t>P</a:t>
            </a:r>
            <a:r>
              <a:rPr sz="2300" spc="-90" dirty="0">
                <a:solidFill>
                  <a:srgbClr val="212121"/>
                </a:solidFill>
                <a:latin typeface="Arial"/>
                <a:cs typeface="Arial"/>
              </a:rPr>
              <a:t>r</a:t>
            </a:r>
            <a:r>
              <a:rPr sz="2250" spc="-90" dirty="0">
                <a:solidFill>
                  <a:srgbClr val="212121"/>
                </a:solidFill>
                <a:latin typeface="Arial"/>
                <a:cs typeface="Arial"/>
              </a:rPr>
              <a:t>e</a:t>
            </a:r>
            <a:r>
              <a:rPr sz="2300" spc="-90" dirty="0">
                <a:solidFill>
                  <a:srgbClr val="212121"/>
                </a:solidFill>
                <a:latin typeface="Arial"/>
                <a:cs typeface="Arial"/>
              </a:rPr>
              <a:t>tr</a:t>
            </a:r>
            <a:r>
              <a:rPr sz="2250" spc="-90" dirty="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sz="2300" spc="-90" dirty="0">
                <a:solidFill>
                  <a:srgbClr val="212121"/>
                </a:solidFill>
                <a:latin typeface="Arial"/>
                <a:cs typeface="Arial"/>
              </a:rPr>
              <a:t>in</a:t>
            </a:r>
            <a:r>
              <a:rPr sz="2250" spc="-90" dirty="0">
                <a:solidFill>
                  <a:srgbClr val="212121"/>
                </a:solidFill>
                <a:latin typeface="Arial"/>
                <a:cs typeface="Arial"/>
              </a:rPr>
              <a:t>ed</a:t>
            </a:r>
            <a:r>
              <a:rPr sz="2250" spc="-20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250" spc="-130" dirty="0">
                <a:solidFill>
                  <a:srgbClr val="212121"/>
                </a:solidFill>
                <a:latin typeface="Arial"/>
                <a:cs typeface="Arial"/>
              </a:rPr>
              <a:t>NLP</a:t>
            </a:r>
            <a:r>
              <a:rPr sz="2250" spc="-9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300" spc="-114" dirty="0">
                <a:solidFill>
                  <a:srgbClr val="212121"/>
                </a:solidFill>
                <a:latin typeface="Arial"/>
                <a:cs typeface="Arial"/>
              </a:rPr>
              <a:t>mo</a:t>
            </a:r>
            <a:r>
              <a:rPr sz="2250" spc="-114" dirty="0">
                <a:solidFill>
                  <a:srgbClr val="212121"/>
                </a:solidFill>
                <a:latin typeface="Arial"/>
                <a:cs typeface="Arial"/>
              </a:rPr>
              <a:t>de</a:t>
            </a:r>
            <a:r>
              <a:rPr sz="2300" spc="-114" dirty="0">
                <a:solidFill>
                  <a:srgbClr val="212121"/>
                </a:solidFill>
                <a:latin typeface="Arial"/>
                <a:cs typeface="Arial"/>
              </a:rPr>
              <a:t>ls</a:t>
            </a:r>
            <a:r>
              <a:rPr sz="2300" spc="-1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150" spc="-95" dirty="0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sz="2250" spc="-95" dirty="0">
                <a:solidFill>
                  <a:srgbClr val="212121"/>
                </a:solidFill>
                <a:latin typeface="Arial"/>
                <a:cs typeface="Arial"/>
              </a:rPr>
              <a:t>D</a:t>
            </a:r>
            <a:r>
              <a:rPr sz="2300" spc="-95" dirty="0">
                <a:solidFill>
                  <a:srgbClr val="212121"/>
                </a:solidFill>
                <a:latin typeface="Arial"/>
                <a:cs typeface="Arial"/>
              </a:rPr>
              <a:t>istil</a:t>
            </a:r>
            <a:r>
              <a:rPr sz="2250" spc="-95" dirty="0">
                <a:solidFill>
                  <a:srgbClr val="212121"/>
                </a:solidFill>
                <a:latin typeface="Arial"/>
                <a:cs typeface="Arial"/>
              </a:rPr>
              <a:t>BERT</a:t>
            </a:r>
            <a:r>
              <a:rPr sz="2150" spc="-95" dirty="0">
                <a:solidFill>
                  <a:srgbClr val="212121"/>
                </a:solidFill>
                <a:latin typeface="Tahoma"/>
                <a:cs typeface="Tahoma"/>
              </a:rPr>
              <a:t>)</a:t>
            </a:r>
            <a:endParaRPr sz="2150">
              <a:latin typeface="Tahoma"/>
              <a:cs typeface="Tahoma"/>
            </a:endParaRPr>
          </a:p>
          <a:p>
            <a:pPr marL="774065" indent="-329565">
              <a:lnSpc>
                <a:spcPct val="100000"/>
              </a:lnSpc>
              <a:spcBef>
                <a:spcPts val="480"/>
              </a:spcBef>
              <a:buClr>
                <a:srgbClr val="1D3A6E"/>
              </a:buClr>
              <a:buSzPct val="93478"/>
              <a:buFont typeface="Tahoma"/>
              <a:buChar char="•"/>
              <a:tabLst>
                <a:tab pos="774065" algn="l"/>
              </a:tabLst>
            </a:pPr>
            <a:r>
              <a:rPr sz="2300" b="1" spc="-110" dirty="0">
                <a:solidFill>
                  <a:srgbClr val="C74209"/>
                </a:solidFill>
                <a:latin typeface="Arial"/>
                <a:cs typeface="Arial"/>
              </a:rPr>
              <a:t>da</a:t>
            </a:r>
            <a:r>
              <a:rPr sz="2350" b="1" spc="-110" dirty="0">
                <a:solidFill>
                  <a:srgbClr val="C74209"/>
                </a:solidFill>
                <a:latin typeface="Arial"/>
                <a:cs typeface="Arial"/>
              </a:rPr>
              <a:t>t</a:t>
            </a:r>
            <a:r>
              <a:rPr sz="2300" b="1" spc="-110" dirty="0">
                <a:solidFill>
                  <a:srgbClr val="C74209"/>
                </a:solidFill>
                <a:latin typeface="Arial"/>
                <a:cs typeface="Arial"/>
              </a:rPr>
              <a:t>a</a:t>
            </a:r>
            <a:r>
              <a:rPr sz="2350" b="1" spc="-110" dirty="0">
                <a:solidFill>
                  <a:srgbClr val="C74209"/>
                </a:solidFill>
                <a:latin typeface="Arial"/>
                <a:cs typeface="Arial"/>
              </a:rPr>
              <a:t>s</a:t>
            </a:r>
            <a:r>
              <a:rPr sz="2300" b="1" spc="-110" dirty="0">
                <a:solidFill>
                  <a:srgbClr val="C74209"/>
                </a:solidFill>
                <a:latin typeface="Arial"/>
                <a:cs typeface="Arial"/>
              </a:rPr>
              <a:t>e</a:t>
            </a:r>
            <a:r>
              <a:rPr sz="2350" b="1" spc="-110" dirty="0">
                <a:solidFill>
                  <a:srgbClr val="C74209"/>
                </a:solidFill>
                <a:latin typeface="Arial"/>
                <a:cs typeface="Arial"/>
              </a:rPr>
              <a:t>ts</a:t>
            </a:r>
            <a:r>
              <a:rPr sz="2350" b="1" spc="-254" dirty="0">
                <a:solidFill>
                  <a:srgbClr val="C74209"/>
                </a:solidFill>
                <a:latin typeface="Arial"/>
                <a:cs typeface="Arial"/>
              </a:rPr>
              <a:t> </a:t>
            </a:r>
            <a:r>
              <a:rPr sz="2250" spc="-185" dirty="0">
                <a:solidFill>
                  <a:srgbClr val="212121"/>
                </a:solidFill>
                <a:latin typeface="Arial"/>
                <a:cs typeface="Arial"/>
              </a:rPr>
              <a:t>→</a:t>
            </a:r>
            <a:r>
              <a:rPr sz="2250" spc="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250" spc="-95" dirty="0">
                <a:solidFill>
                  <a:srgbClr val="212121"/>
                </a:solidFill>
                <a:latin typeface="Arial"/>
                <a:cs typeface="Arial"/>
              </a:rPr>
              <a:t>Da</a:t>
            </a:r>
            <a:r>
              <a:rPr sz="2300" spc="-95" dirty="0">
                <a:solidFill>
                  <a:srgbClr val="212121"/>
                </a:solidFill>
                <a:latin typeface="Arial"/>
                <a:cs typeface="Arial"/>
              </a:rPr>
              <a:t>t</a:t>
            </a:r>
            <a:r>
              <a:rPr sz="2250" spc="-95" dirty="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sz="2300" spc="-95" dirty="0">
                <a:solidFill>
                  <a:srgbClr val="212121"/>
                </a:solidFill>
                <a:latin typeface="Arial"/>
                <a:cs typeface="Arial"/>
              </a:rPr>
              <a:t>s</a:t>
            </a:r>
            <a:r>
              <a:rPr sz="2250" spc="-95" dirty="0">
                <a:solidFill>
                  <a:srgbClr val="212121"/>
                </a:solidFill>
                <a:latin typeface="Arial"/>
                <a:cs typeface="Arial"/>
              </a:rPr>
              <a:t>e</a:t>
            </a:r>
            <a:r>
              <a:rPr sz="2300" spc="-95" dirty="0">
                <a:solidFill>
                  <a:srgbClr val="212121"/>
                </a:solidFill>
                <a:latin typeface="Arial"/>
                <a:cs typeface="Arial"/>
              </a:rPr>
              <a:t>t</a:t>
            </a:r>
            <a:r>
              <a:rPr sz="2300" spc="-114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h</a:t>
            </a:r>
            <a:r>
              <a:rPr sz="2250" spc="-10" dirty="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n</a:t>
            </a:r>
            <a:r>
              <a:rPr sz="2250" spc="-10" dirty="0">
                <a:solidFill>
                  <a:srgbClr val="212121"/>
                </a:solidFill>
                <a:latin typeface="Arial"/>
                <a:cs typeface="Arial"/>
              </a:rPr>
              <a:t>d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ling</a:t>
            </a:r>
            <a:endParaRPr sz="2300">
              <a:latin typeface="Arial"/>
              <a:cs typeface="Arial"/>
            </a:endParaRPr>
          </a:p>
          <a:p>
            <a:pPr marL="774065" indent="-329565">
              <a:lnSpc>
                <a:spcPct val="100000"/>
              </a:lnSpc>
              <a:spcBef>
                <a:spcPts val="580"/>
              </a:spcBef>
              <a:buClr>
                <a:srgbClr val="1D3A6E"/>
              </a:buClr>
              <a:buSzPct val="91489"/>
              <a:buFont typeface="Tahoma"/>
              <a:buChar char="•"/>
              <a:tabLst>
                <a:tab pos="774065" algn="l"/>
              </a:tabLst>
            </a:pPr>
            <a:r>
              <a:rPr sz="2350" b="1" spc="-170" dirty="0">
                <a:solidFill>
                  <a:srgbClr val="C74209"/>
                </a:solidFill>
                <a:latin typeface="Arial"/>
                <a:cs typeface="Arial"/>
              </a:rPr>
              <a:t>p</a:t>
            </a:r>
            <a:r>
              <a:rPr sz="2300" b="1" spc="-170" dirty="0">
                <a:solidFill>
                  <a:srgbClr val="C74209"/>
                </a:solidFill>
                <a:latin typeface="Arial"/>
                <a:cs typeface="Arial"/>
              </a:rPr>
              <a:t>a</a:t>
            </a:r>
            <a:r>
              <a:rPr sz="2350" b="1" spc="-170" dirty="0">
                <a:solidFill>
                  <a:srgbClr val="C74209"/>
                </a:solidFill>
                <a:latin typeface="Arial"/>
                <a:cs typeface="Arial"/>
              </a:rPr>
              <a:t>n</a:t>
            </a:r>
            <a:r>
              <a:rPr sz="2300" b="1" spc="-170" dirty="0">
                <a:solidFill>
                  <a:srgbClr val="C74209"/>
                </a:solidFill>
                <a:latin typeface="Arial"/>
                <a:cs typeface="Arial"/>
              </a:rPr>
              <a:t>da</a:t>
            </a:r>
            <a:r>
              <a:rPr sz="2350" b="1" spc="-170" dirty="0">
                <a:solidFill>
                  <a:srgbClr val="C74209"/>
                </a:solidFill>
                <a:latin typeface="Arial"/>
                <a:cs typeface="Arial"/>
              </a:rPr>
              <a:t>s</a:t>
            </a:r>
            <a:r>
              <a:rPr sz="2350" b="1" spc="-145" dirty="0">
                <a:solidFill>
                  <a:srgbClr val="C74209"/>
                </a:solidFill>
                <a:latin typeface="Arial"/>
                <a:cs typeface="Arial"/>
              </a:rPr>
              <a:t> </a:t>
            </a:r>
            <a:r>
              <a:rPr sz="2250" spc="-180" dirty="0">
                <a:solidFill>
                  <a:srgbClr val="212121"/>
                </a:solidFill>
                <a:latin typeface="Arial"/>
                <a:cs typeface="Arial"/>
              </a:rPr>
              <a:t>→</a:t>
            </a:r>
            <a:r>
              <a:rPr sz="2250" spc="-9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250" spc="-100" dirty="0">
                <a:solidFill>
                  <a:srgbClr val="212121"/>
                </a:solidFill>
                <a:latin typeface="Arial"/>
                <a:cs typeface="Arial"/>
              </a:rPr>
              <a:t>Da</a:t>
            </a:r>
            <a:r>
              <a:rPr sz="2300" spc="-100" dirty="0">
                <a:solidFill>
                  <a:srgbClr val="212121"/>
                </a:solidFill>
                <a:latin typeface="Arial"/>
                <a:cs typeface="Arial"/>
              </a:rPr>
              <a:t>t</a:t>
            </a:r>
            <a:r>
              <a:rPr sz="2250" spc="-100" dirty="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sz="2250" spc="-229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300" spc="-90" dirty="0">
                <a:solidFill>
                  <a:srgbClr val="212121"/>
                </a:solidFill>
                <a:latin typeface="Arial"/>
                <a:cs typeface="Arial"/>
              </a:rPr>
              <a:t>lo</a:t>
            </a:r>
            <a:r>
              <a:rPr sz="2250" spc="-90" dirty="0">
                <a:solidFill>
                  <a:srgbClr val="212121"/>
                </a:solidFill>
                <a:latin typeface="Arial"/>
                <a:cs typeface="Arial"/>
              </a:rPr>
              <a:t>ad</a:t>
            </a:r>
            <a:r>
              <a:rPr sz="2300" spc="-90" dirty="0">
                <a:solidFill>
                  <a:srgbClr val="212121"/>
                </a:solidFill>
                <a:latin typeface="Arial"/>
                <a:cs typeface="Arial"/>
              </a:rPr>
              <a:t>ing</a:t>
            </a:r>
            <a:r>
              <a:rPr sz="2300" spc="-2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12121"/>
                </a:solidFill>
                <a:latin typeface="Arial"/>
                <a:cs typeface="Arial"/>
              </a:rPr>
              <a:t>&amp;</a:t>
            </a:r>
            <a:r>
              <a:rPr sz="2250" spc="-8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pr</a:t>
            </a:r>
            <a:r>
              <a:rPr sz="2250" spc="-10" dirty="0">
                <a:solidFill>
                  <a:srgbClr val="212121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pro</a:t>
            </a:r>
            <a:r>
              <a:rPr sz="2250" spc="-10" dirty="0">
                <a:solidFill>
                  <a:srgbClr val="212121"/>
                </a:solidFill>
                <a:latin typeface="Arial"/>
                <a:cs typeface="Arial"/>
              </a:rPr>
              <a:t>ce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ssing</a:t>
            </a:r>
            <a:endParaRPr sz="2300">
              <a:latin typeface="Arial"/>
              <a:cs typeface="Arial"/>
            </a:endParaRPr>
          </a:p>
          <a:p>
            <a:pPr marL="774065" indent="-329565">
              <a:lnSpc>
                <a:spcPct val="100000"/>
              </a:lnSpc>
              <a:spcBef>
                <a:spcPts val="480"/>
              </a:spcBef>
              <a:buClr>
                <a:srgbClr val="1D3A6E"/>
              </a:buClr>
              <a:buSzPct val="91489"/>
              <a:buFont typeface="Tahoma"/>
              <a:buChar char="•"/>
              <a:tabLst>
                <a:tab pos="774065" algn="l"/>
              </a:tabLst>
            </a:pPr>
            <a:r>
              <a:rPr sz="2350" b="1" spc="-100" dirty="0">
                <a:solidFill>
                  <a:srgbClr val="C74209"/>
                </a:solidFill>
                <a:latin typeface="Arial"/>
                <a:cs typeface="Arial"/>
              </a:rPr>
              <a:t>s</a:t>
            </a:r>
            <a:r>
              <a:rPr sz="2300" b="1" spc="-100" dirty="0">
                <a:solidFill>
                  <a:srgbClr val="C74209"/>
                </a:solidFill>
                <a:latin typeface="Arial"/>
                <a:cs typeface="Arial"/>
              </a:rPr>
              <a:t>c</a:t>
            </a:r>
            <a:r>
              <a:rPr sz="2350" b="1" spc="-100" dirty="0">
                <a:solidFill>
                  <a:srgbClr val="C74209"/>
                </a:solidFill>
                <a:latin typeface="Arial"/>
                <a:cs typeface="Arial"/>
              </a:rPr>
              <a:t>ikit</a:t>
            </a:r>
            <a:r>
              <a:rPr sz="2200" b="1" spc="-100" dirty="0">
                <a:solidFill>
                  <a:srgbClr val="C74209"/>
                </a:solidFill>
                <a:latin typeface="Trebuchet MS"/>
                <a:cs typeface="Trebuchet MS"/>
              </a:rPr>
              <a:t>-</a:t>
            </a:r>
            <a:r>
              <a:rPr sz="2350" b="1" spc="-114" dirty="0">
                <a:solidFill>
                  <a:srgbClr val="C74209"/>
                </a:solidFill>
                <a:latin typeface="Arial"/>
                <a:cs typeface="Arial"/>
              </a:rPr>
              <a:t>l</a:t>
            </a:r>
            <a:r>
              <a:rPr sz="2300" b="1" spc="-114" dirty="0">
                <a:solidFill>
                  <a:srgbClr val="C74209"/>
                </a:solidFill>
                <a:latin typeface="Arial"/>
                <a:cs typeface="Arial"/>
              </a:rPr>
              <a:t>ea</a:t>
            </a:r>
            <a:r>
              <a:rPr sz="2350" b="1" spc="-114" dirty="0">
                <a:solidFill>
                  <a:srgbClr val="C74209"/>
                </a:solidFill>
                <a:latin typeface="Arial"/>
                <a:cs typeface="Arial"/>
              </a:rPr>
              <a:t>rn</a:t>
            </a:r>
            <a:r>
              <a:rPr sz="2350" b="1" spc="-150" dirty="0">
                <a:solidFill>
                  <a:srgbClr val="C74209"/>
                </a:solidFill>
                <a:latin typeface="Arial"/>
                <a:cs typeface="Arial"/>
              </a:rPr>
              <a:t> </a:t>
            </a:r>
            <a:r>
              <a:rPr sz="2250" spc="-180" dirty="0">
                <a:solidFill>
                  <a:srgbClr val="212121"/>
                </a:solidFill>
                <a:latin typeface="Arial"/>
                <a:cs typeface="Arial"/>
              </a:rPr>
              <a:t>→</a:t>
            </a:r>
            <a:r>
              <a:rPr sz="2250" spc="-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250" spc="-90" dirty="0">
                <a:solidFill>
                  <a:srgbClr val="212121"/>
                </a:solidFill>
                <a:latin typeface="Arial"/>
                <a:cs typeface="Arial"/>
              </a:rPr>
              <a:t>T</a:t>
            </a:r>
            <a:r>
              <a:rPr sz="2300" spc="-90" dirty="0">
                <a:solidFill>
                  <a:srgbClr val="212121"/>
                </a:solidFill>
                <a:latin typeface="Arial"/>
                <a:cs typeface="Arial"/>
              </a:rPr>
              <a:t>r</a:t>
            </a:r>
            <a:r>
              <a:rPr sz="2250" spc="-90" dirty="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sz="2300" spc="-90" dirty="0">
                <a:solidFill>
                  <a:srgbClr val="212121"/>
                </a:solidFill>
                <a:latin typeface="Arial"/>
                <a:cs typeface="Arial"/>
              </a:rPr>
              <a:t>in</a:t>
            </a:r>
            <a:r>
              <a:rPr sz="2150" spc="-90" dirty="0">
                <a:solidFill>
                  <a:srgbClr val="212121"/>
                </a:solidFill>
                <a:latin typeface="Tahoma"/>
                <a:cs typeface="Tahoma"/>
              </a:rPr>
              <a:t>-</a:t>
            </a:r>
            <a:r>
              <a:rPr sz="2300" spc="-35" dirty="0">
                <a:solidFill>
                  <a:srgbClr val="212121"/>
                </a:solidFill>
                <a:latin typeface="Arial"/>
                <a:cs typeface="Arial"/>
              </a:rPr>
              <a:t>t</a:t>
            </a:r>
            <a:r>
              <a:rPr sz="2250" spc="-35" dirty="0">
                <a:solidFill>
                  <a:srgbClr val="212121"/>
                </a:solidFill>
                <a:latin typeface="Arial"/>
                <a:cs typeface="Arial"/>
              </a:rPr>
              <a:t>e</a:t>
            </a:r>
            <a:r>
              <a:rPr sz="2300" spc="-35" dirty="0">
                <a:solidFill>
                  <a:srgbClr val="212121"/>
                </a:solidFill>
                <a:latin typeface="Arial"/>
                <a:cs typeface="Arial"/>
              </a:rPr>
              <a:t>st</a:t>
            </a:r>
            <a:r>
              <a:rPr sz="2300" spc="-17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300" spc="-80" dirty="0">
                <a:solidFill>
                  <a:srgbClr val="212121"/>
                </a:solidFill>
                <a:latin typeface="Arial"/>
                <a:cs typeface="Arial"/>
              </a:rPr>
              <a:t>split</a:t>
            </a:r>
            <a:r>
              <a:rPr sz="2150" spc="-80" dirty="0">
                <a:solidFill>
                  <a:srgbClr val="212121"/>
                </a:solidFill>
                <a:latin typeface="Tahoma"/>
                <a:cs typeface="Tahoma"/>
              </a:rPr>
              <a:t>,</a:t>
            </a:r>
            <a:r>
              <a:rPr sz="2150" spc="-2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m</a:t>
            </a:r>
            <a:r>
              <a:rPr sz="2250" spc="-10" dirty="0">
                <a:solidFill>
                  <a:srgbClr val="212121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tri</a:t>
            </a:r>
            <a:r>
              <a:rPr sz="2250" spc="-10" dirty="0">
                <a:solidFill>
                  <a:srgbClr val="212121"/>
                </a:solidFill>
                <a:latin typeface="Arial"/>
                <a:cs typeface="Arial"/>
              </a:rPr>
              <a:t>c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s</a:t>
            </a:r>
            <a:endParaRPr sz="2300">
              <a:latin typeface="Arial"/>
              <a:cs typeface="Arial"/>
            </a:endParaRPr>
          </a:p>
          <a:p>
            <a:pPr marL="774065" indent="-329565">
              <a:lnSpc>
                <a:spcPct val="100000"/>
              </a:lnSpc>
              <a:spcBef>
                <a:spcPts val="580"/>
              </a:spcBef>
              <a:buClr>
                <a:srgbClr val="1D3A6E"/>
              </a:buClr>
              <a:buSzPct val="91489"/>
              <a:buFont typeface="Tahoma"/>
              <a:buChar char="•"/>
              <a:tabLst>
                <a:tab pos="774065" algn="l"/>
              </a:tabLst>
            </a:pPr>
            <a:r>
              <a:rPr sz="2350" b="1" spc="-110" dirty="0">
                <a:solidFill>
                  <a:srgbClr val="C74209"/>
                </a:solidFill>
                <a:latin typeface="Arial"/>
                <a:cs typeface="Arial"/>
              </a:rPr>
              <a:t>tor</a:t>
            </a:r>
            <a:r>
              <a:rPr sz="2300" b="1" spc="-110" dirty="0">
                <a:solidFill>
                  <a:srgbClr val="C74209"/>
                </a:solidFill>
                <a:latin typeface="Arial"/>
                <a:cs typeface="Arial"/>
              </a:rPr>
              <a:t>c</a:t>
            </a:r>
            <a:r>
              <a:rPr sz="2350" b="1" spc="-110" dirty="0">
                <a:solidFill>
                  <a:srgbClr val="C74209"/>
                </a:solidFill>
                <a:latin typeface="Arial"/>
                <a:cs typeface="Arial"/>
              </a:rPr>
              <a:t>h</a:t>
            </a:r>
            <a:r>
              <a:rPr sz="2350" b="1" spc="-185" dirty="0">
                <a:solidFill>
                  <a:srgbClr val="C74209"/>
                </a:solidFill>
                <a:latin typeface="Arial"/>
                <a:cs typeface="Arial"/>
              </a:rPr>
              <a:t> </a:t>
            </a:r>
            <a:r>
              <a:rPr sz="2250" spc="-180" dirty="0">
                <a:solidFill>
                  <a:srgbClr val="212121"/>
                </a:solidFill>
                <a:latin typeface="Arial"/>
                <a:cs typeface="Arial"/>
              </a:rPr>
              <a:t>→</a:t>
            </a:r>
            <a:r>
              <a:rPr sz="2250" spc="-8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250" spc="-110" dirty="0">
                <a:solidFill>
                  <a:srgbClr val="212121"/>
                </a:solidFill>
                <a:latin typeface="Arial"/>
                <a:cs typeface="Arial"/>
              </a:rPr>
              <a:t>Dee</a:t>
            </a:r>
            <a:r>
              <a:rPr sz="2300" spc="-110" dirty="0">
                <a:solidFill>
                  <a:srgbClr val="212121"/>
                </a:solidFill>
                <a:latin typeface="Arial"/>
                <a:cs typeface="Arial"/>
              </a:rPr>
              <a:t>p</a:t>
            </a:r>
            <a:r>
              <a:rPr sz="2300" spc="-2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300" spc="-100" dirty="0">
                <a:solidFill>
                  <a:srgbClr val="212121"/>
                </a:solidFill>
                <a:latin typeface="Arial"/>
                <a:cs typeface="Arial"/>
              </a:rPr>
              <a:t>l</a:t>
            </a:r>
            <a:r>
              <a:rPr sz="2250" spc="-100" dirty="0">
                <a:solidFill>
                  <a:srgbClr val="212121"/>
                </a:solidFill>
                <a:latin typeface="Arial"/>
                <a:cs typeface="Arial"/>
              </a:rPr>
              <a:t>ea</a:t>
            </a:r>
            <a:r>
              <a:rPr sz="2300" spc="-100" dirty="0">
                <a:solidFill>
                  <a:srgbClr val="212121"/>
                </a:solidFill>
                <a:latin typeface="Arial"/>
                <a:cs typeface="Arial"/>
              </a:rPr>
              <a:t>rning</a:t>
            </a:r>
            <a:r>
              <a:rPr sz="2300" spc="-2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fr</a:t>
            </a:r>
            <a:r>
              <a:rPr sz="2250" spc="-10" dirty="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m</a:t>
            </a:r>
            <a:r>
              <a:rPr sz="2250" spc="-10" dirty="0">
                <a:solidFill>
                  <a:srgbClr val="212121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work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600" b="1" spc="-215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2700" b="1" spc="-215" dirty="0">
                <a:solidFill>
                  <a:srgbClr val="0D1B5D"/>
                </a:solidFill>
                <a:latin typeface="Arial"/>
                <a:cs typeface="Arial"/>
              </a:rPr>
              <a:t>nvironm</a:t>
            </a:r>
            <a:r>
              <a:rPr sz="2600" b="1" spc="-215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2700" b="1" spc="-215" dirty="0">
                <a:solidFill>
                  <a:srgbClr val="0D1B5D"/>
                </a:solidFill>
                <a:latin typeface="Arial"/>
                <a:cs typeface="Arial"/>
              </a:rPr>
              <a:t>nt</a:t>
            </a:r>
            <a:r>
              <a:rPr sz="2500" b="1" spc="-215" dirty="0">
                <a:solidFill>
                  <a:srgbClr val="0D1B5D"/>
                </a:solidFill>
                <a:latin typeface="Trebuchet MS"/>
                <a:cs typeface="Trebuchet MS"/>
              </a:rPr>
              <a:t>:</a:t>
            </a:r>
            <a:r>
              <a:rPr sz="2500" b="1" spc="-225" dirty="0">
                <a:solidFill>
                  <a:srgbClr val="0D1B5D"/>
                </a:solidFill>
                <a:latin typeface="Trebuchet MS"/>
                <a:cs typeface="Trebuchet MS"/>
              </a:rPr>
              <a:t> </a:t>
            </a:r>
            <a:r>
              <a:rPr sz="2600" spc="-170" dirty="0">
                <a:solidFill>
                  <a:srgbClr val="212121"/>
                </a:solidFill>
                <a:latin typeface="Arial"/>
                <a:cs typeface="Arial"/>
              </a:rPr>
              <a:t>Google</a:t>
            </a:r>
            <a:r>
              <a:rPr sz="2600" spc="-7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65" dirty="0">
                <a:solidFill>
                  <a:srgbClr val="212121"/>
                </a:solidFill>
                <a:latin typeface="Arial"/>
                <a:cs typeface="Arial"/>
              </a:rPr>
              <a:t>Colab</a:t>
            </a:r>
            <a:r>
              <a:rPr sz="2600" spc="-15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450" spc="-220" dirty="0">
                <a:solidFill>
                  <a:srgbClr val="212121"/>
                </a:solidFill>
                <a:latin typeface="Tahoma"/>
                <a:cs typeface="Tahoma"/>
              </a:rPr>
              <a:t>(</a:t>
            </a:r>
            <a:r>
              <a:rPr sz="2600" spc="-220" dirty="0">
                <a:solidFill>
                  <a:srgbClr val="212121"/>
                </a:solidFill>
                <a:latin typeface="Arial"/>
                <a:cs typeface="Arial"/>
              </a:rPr>
              <a:t>GPU</a:t>
            </a:r>
            <a:r>
              <a:rPr sz="2600" spc="-15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Arial"/>
                <a:cs typeface="Arial"/>
              </a:rPr>
              <a:t>enabled</a:t>
            </a:r>
            <a:r>
              <a:rPr sz="2450" spc="-10" dirty="0">
                <a:solidFill>
                  <a:srgbClr val="212121"/>
                </a:solidFill>
                <a:latin typeface="Tahoma"/>
                <a:cs typeface="Tahoma"/>
              </a:rPr>
              <a:t>)</a:t>
            </a:r>
            <a:endParaRPr sz="2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100" spc="-195" dirty="0"/>
              <a:t>A</a:t>
            </a:r>
            <a:r>
              <a:rPr spc="-195" dirty="0"/>
              <a:t>r</a:t>
            </a:r>
            <a:r>
              <a:rPr sz="5100" spc="-195" dirty="0"/>
              <a:t>c</a:t>
            </a:r>
            <a:r>
              <a:rPr spc="-195" dirty="0"/>
              <a:t>hit</a:t>
            </a:r>
            <a:r>
              <a:rPr sz="5100" spc="-195" dirty="0"/>
              <a:t>ec</a:t>
            </a:r>
            <a:r>
              <a:rPr spc="-195" dirty="0"/>
              <a:t>tur</a:t>
            </a:r>
            <a:r>
              <a:rPr sz="5100" spc="-195" dirty="0"/>
              <a:t>e</a:t>
            </a:r>
            <a:r>
              <a:rPr sz="5100" spc="-430" dirty="0"/>
              <a:t> </a:t>
            </a:r>
            <a:r>
              <a:rPr sz="5100" spc="-285" dirty="0"/>
              <a:t>d</a:t>
            </a:r>
            <a:r>
              <a:rPr spc="-285" dirty="0"/>
              <a:t>i</a:t>
            </a:r>
            <a:r>
              <a:rPr sz="5100" spc="-285" dirty="0"/>
              <a:t>a</a:t>
            </a:r>
            <a:r>
              <a:rPr spc="-285" dirty="0"/>
              <a:t>gr</a:t>
            </a:r>
            <a:r>
              <a:rPr sz="5100" spc="-285" dirty="0"/>
              <a:t>a</a:t>
            </a:r>
            <a:r>
              <a:rPr spc="-285" dirty="0"/>
              <a:t>m</a:t>
            </a:r>
            <a:r>
              <a:rPr spc="-420" dirty="0"/>
              <a:t> </a:t>
            </a:r>
            <a:r>
              <a:rPr spc="-105" dirty="0"/>
              <a:t>of</a:t>
            </a:r>
            <a:r>
              <a:rPr spc="-420" dirty="0"/>
              <a:t> </a:t>
            </a:r>
            <a:r>
              <a:rPr spc="-210" dirty="0"/>
              <a:t>th</a:t>
            </a:r>
            <a:r>
              <a:rPr sz="5100" spc="-210" dirty="0"/>
              <a:t>e</a:t>
            </a:r>
            <a:r>
              <a:rPr sz="5100" spc="-325" dirty="0"/>
              <a:t> </a:t>
            </a:r>
            <a:r>
              <a:rPr sz="5100" spc="-225" dirty="0"/>
              <a:t>be</a:t>
            </a:r>
            <a:r>
              <a:rPr spc="-225" dirty="0"/>
              <a:t>st</a:t>
            </a:r>
            <a:r>
              <a:rPr spc="-340" dirty="0"/>
              <a:t> </a:t>
            </a:r>
            <a:r>
              <a:rPr sz="5100" spc="-260" dirty="0"/>
              <a:t>Pe</a:t>
            </a:r>
            <a:r>
              <a:rPr spc="-260" dirty="0"/>
              <a:t>rforming</a:t>
            </a:r>
            <a:r>
              <a:rPr spc="-390" dirty="0"/>
              <a:t> </a:t>
            </a:r>
            <a:r>
              <a:rPr spc="-340" dirty="0"/>
              <a:t>mo</a:t>
            </a:r>
            <a:r>
              <a:rPr sz="5100" spc="-340" dirty="0"/>
              <a:t>de</a:t>
            </a:r>
            <a:r>
              <a:rPr spc="-340" dirty="0"/>
              <a:t>l</a:t>
            </a:r>
            <a:r>
              <a:rPr sz="4850" spc="-340" dirty="0">
                <a:latin typeface="Tahoma"/>
                <a:cs typeface="Tahoma"/>
              </a:rPr>
              <a:t>:</a:t>
            </a:r>
            <a:endParaRPr sz="48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37019" y="2980314"/>
            <a:ext cx="706755" cy="201930"/>
            <a:chOff x="5237019" y="2980314"/>
            <a:chExt cx="706755" cy="2019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7019" y="2980314"/>
              <a:ext cx="500481" cy="2013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1890" y="3037938"/>
              <a:ext cx="126658" cy="14344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21778" y="2980314"/>
              <a:ext cx="22225" cy="198755"/>
            </a:xfrm>
            <a:custGeom>
              <a:avLst/>
              <a:gdLst/>
              <a:ahLst/>
              <a:cxnLst/>
              <a:rect l="l" t="t" r="r" b="b"/>
              <a:pathLst>
                <a:path w="22225" h="198755">
                  <a:moveTo>
                    <a:pt x="21617" y="198397"/>
                  </a:moveTo>
                  <a:lnTo>
                    <a:pt x="0" y="198397"/>
                  </a:lnTo>
                  <a:lnTo>
                    <a:pt x="0" y="0"/>
                  </a:lnTo>
                  <a:lnTo>
                    <a:pt x="21617" y="0"/>
                  </a:lnTo>
                  <a:lnTo>
                    <a:pt x="21617" y="198397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21948" y="2980314"/>
            <a:ext cx="1441400" cy="20132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544841" y="3076615"/>
            <a:ext cx="263525" cy="18415"/>
          </a:xfrm>
          <a:custGeom>
            <a:avLst/>
            <a:gdLst/>
            <a:ahLst/>
            <a:cxnLst/>
            <a:rect l="l" t="t" r="r" b="b"/>
            <a:pathLst>
              <a:path w="263525" h="18414">
                <a:moveTo>
                  <a:pt x="262988" y="18101"/>
                </a:moveTo>
                <a:lnTo>
                  <a:pt x="0" y="18101"/>
                </a:lnTo>
                <a:lnTo>
                  <a:pt x="0" y="0"/>
                </a:lnTo>
                <a:lnTo>
                  <a:pt x="262988" y="0"/>
                </a:lnTo>
                <a:lnTo>
                  <a:pt x="262988" y="18101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891319" y="2980314"/>
            <a:ext cx="1193800" cy="201295"/>
            <a:chOff x="7891319" y="2980314"/>
            <a:chExt cx="1193800" cy="20129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91319" y="2984025"/>
              <a:ext cx="162455" cy="1946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077001" y="2985392"/>
              <a:ext cx="28575" cy="193675"/>
            </a:xfrm>
            <a:custGeom>
              <a:avLst/>
              <a:gdLst/>
              <a:ahLst/>
              <a:cxnLst/>
              <a:rect l="l" t="t" r="r" b="b"/>
              <a:pathLst>
                <a:path w="28575" h="193675">
                  <a:moveTo>
                    <a:pt x="25393" y="193318"/>
                  </a:moveTo>
                  <a:lnTo>
                    <a:pt x="3776" y="193318"/>
                  </a:lnTo>
                  <a:lnTo>
                    <a:pt x="3776" y="55996"/>
                  </a:lnTo>
                  <a:lnTo>
                    <a:pt x="25393" y="55996"/>
                  </a:lnTo>
                  <a:lnTo>
                    <a:pt x="25393" y="193318"/>
                  </a:lnTo>
                  <a:close/>
                </a:path>
                <a:path w="28575" h="193675">
                  <a:moveTo>
                    <a:pt x="18513" y="28519"/>
                  </a:moveTo>
                  <a:lnTo>
                    <a:pt x="10309" y="28519"/>
                  </a:lnTo>
                  <a:lnTo>
                    <a:pt x="6880" y="27151"/>
                  </a:lnTo>
                  <a:lnTo>
                    <a:pt x="4101" y="24417"/>
                  </a:lnTo>
                  <a:lnTo>
                    <a:pt x="1367" y="21638"/>
                  </a:lnTo>
                  <a:lnTo>
                    <a:pt x="0" y="18296"/>
                  </a:lnTo>
                  <a:lnTo>
                    <a:pt x="69" y="10135"/>
                  </a:lnTo>
                  <a:lnTo>
                    <a:pt x="1367" y="6901"/>
                  </a:lnTo>
                  <a:lnTo>
                    <a:pt x="4232" y="4036"/>
                  </a:lnTo>
                  <a:lnTo>
                    <a:pt x="6987" y="1345"/>
                  </a:lnTo>
                  <a:lnTo>
                    <a:pt x="10309" y="0"/>
                  </a:lnTo>
                  <a:lnTo>
                    <a:pt x="18687" y="0"/>
                  </a:lnTo>
                  <a:lnTo>
                    <a:pt x="22072" y="1345"/>
                  </a:lnTo>
                  <a:lnTo>
                    <a:pt x="24547" y="4036"/>
                  </a:lnTo>
                  <a:lnTo>
                    <a:pt x="27021" y="6684"/>
                  </a:lnTo>
                  <a:lnTo>
                    <a:pt x="28258" y="10135"/>
                  </a:lnTo>
                  <a:lnTo>
                    <a:pt x="28258" y="18296"/>
                  </a:lnTo>
                  <a:lnTo>
                    <a:pt x="26978" y="21638"/>
                  </a:lnTo>
                  <a:lnTo>
                    <a:pt x="24417" y="24417"/>
                  </a:lnTo>
                  <a:lnTo>
                    <a:pt x="21855" y="27151"/>
                  </a:lnTo>
                  <a:lnTo>
                    <a:pt x="18513" y="28519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5457" y="2996071"/>
              <a:ext cx="196865" cy="1853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343697" y="2980321"/>
              <a:ext cx="76200" cy="198755"/>
            </a:xfrm>
            <a:custGeom>
              <a:avLst/>
              <a:gdLst/>
              <a:ahLst/>
              <a:cxnLst/>
              <a:rect l="l" t="t" r="r" b="b"/>
              <a:pathLst>
                <a:path w="76200" h="198755">
                  <a:moveTo>
                    <a:pt x="25387" y="61074"/>
                  </a:moveTo>
                  <a:lnTo>
                    <a:pt x="3771" y="61074"/>
                  </a:lnTo>
                  <a:lnTo>
                    <a:pt x="3771" y="198399"/>
                  </a:lnTo>
                  <a:lnTo>
                    <a:pt x="25387" y="198399"/>
                  </a:lnTo>
                  <a:lnTo>
                    <a:pt x="25387" y="61074"/>
                  </a:lnTo>
                  <a:close/>
                </a:path>
                <a:path w="76200" h="198755">
                  <a:moveTo>
                    <a:pt x="28257" y="15214"/>
                  </a:moveTo>
                  <a:lnTo>
                    <a:pt x="27025" y="11760"/>
                  </a:lnTo>
                  <a:lnTo>
                    <a:pt x="24549" y="9118"/>
                  </a:lnTo>
                  <a:lnTo>
                    <a:pt x="22072" y="6426"/>
                  </a:lnTo>
                  <a:lnTo>
                    <a:pt x="18681" y="5080"/>
                  </a:lnTo>
                  <a:lnTo>
                    <a:pt x="10312" y="5080"/>
                  </a:lnTo>
                  <a:lnTo>
                    <a:pt x="0" y="23368"/>
                  </a:lnTo>
                  <a:lnTo>
                    <a:pt x="1371" y="26720"/>
                  </a:lnTo>
                  <a:lnTo>
                    <a:pt x="4102" y="29489"/>
                  </a:lnTo>
                  <a:lnTo>
                    <a:pt x="6883" y="32232"/>
                  </a:lnTo>
                  <a:lnTo>
                    <a:pt x="10312" y="33591"/>
                  </a:lnTo>
                  <a:lnTo>
                    <a:pt x="18516" y="33591"/>
                  </a:lnTo>
                  <a:lnTo>
                    <a:pt x="21856" y="32232"/>
                  </a:lnTo>
                  <a:lnTo>
                    <a:pt x="24409" y="29489"/>
                  </a:lnTo>
                  <a:lnTo>
                    <a:pt x="26974" y="26720"/>
                  </a:lnTo>
                  <a:lnTo>
                    <a:pt x="28257" y="23368"/>
                  </a:lnTo>
                  <a:lnTo>
                    <a:pt x="28257" y="15214"/>
                  </a:lnTo>
                  <a:close/>
                </a:path>
                <a:path w="76200" h="198755">
                  <a:moveTo>
                    <a:pt x="76187" y="0"/>
                  </a:moveTo>
                  <a:lnTo>
                    <a:pt x="54571" y="0"/>
                  </a:lnTo>
                  <a:lnTo>
                    <a:pt x="54571" y="198399"/>
                  </a:lnTo>
                  <a:lnTo>
                    <a:pt x="76187" y="198399"/>
                  </a:lnTo>
                  <a:lnTo>
                    <a:pt x="76187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50119" y="2985392"/>
              <a:ext cx="138168" cy="19331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627910" y="2985769"/>
              <a:ext cx="127000" cy="193040"/>
            </a:xfrm>
            <a:custGeom>
              <a:avLst/>
              <a:gdLst/>
              <a:ahLst/>
              <a:cxnLst/>
              <a:rect l="l" t="t" r="r" b="b"/>
              <a:pathLst>
                <a:path w="127000" h="193039">
                  <a:moveTo>
                    <a:pt x="126707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1280"/>
                  </a:lnTo>
                  <a:lnTo>
                    <a:pt x="0" y="101600"/>
                  </a:lnTo>
                  <a:lnTo>
                    <a:pt x="0" y="172720"/>
                  </a:lnTo>
                  <a:lnTo>
                    <a:pt x="0" y="193040"/>
                  </a:lnTo>
                  <a:lnTo>
                    <a:pt x="126707" y="193040"/>
                  </a:lnTo>
                  <a:lnTo>
                    <a:pt x="126707" y="172720"/>
                  </a:lnTo>
                  <a:lnTo>
                    <a:pt x="22987" y="172720"/>
                  </a:lnTo>
                  <a:lnTo>
                    <a:pt x="22987" y="101600"/>
                  </a:lnTo>
                  <a:lnTo>
                    <a:pt x="118960" y="101600"/>
                  </a:lnTo>
                  <a:lnTo>
                    <a:pt x="118960" y="81280"/>
                  </a:lnTo>
                  <a:lnTo>
                    <a:pt x="22987" y="81280"/>
                  </a:lnTo>
                  <a:lnTo>
                    <a:pt x="22987" y="20320"/>
                  </a:lnTo>
                  <a:lnTo>
                    <a:pt x="126707" y="20320"/>
                  </a:lnTo>
                  <a:lnTo>
                    <a:pt x="126707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80319" y="2985392"/>
              <a:ext cx="304570" cy="19341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9174019" y="2985392"/>
            <a:ext cx="715010" cy="250190"/>
            <a:chOff x="9174019" y="2985392"/>
            <a:chExt cx="715010" cy="25019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74019" y="2985392"/>
              <a:ext cx="138168" cy="19331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34301" y="2985392"/>
              <a:ext cx="28575" cy="193675"/>
            </a:xfrm>
            <a:custGeom>
              <a:avLst/>
              <a:gdLst/>
              <a:ahLst/>
              <a:cxnLst/>
              <a:rect l="l" t="t" r="r" b="b"/>
              <a:pathLst>
                <a:path w="28575" h="193675">
                  <a:moveTo>
                    <a:pt x="25393" y="193318"/>
                  </a:moveTo>
                  <a:lnTo>
                    <a:pt x="3776" y="193318"/>
                  </a:lnTo>
                  <a:lnTo>
                    <a:pt x="3776" y="55996"/>
                  </a:lnTo>
                  <a:lnTo>
                    <a:pt x="25393" y="55996"/>
                  </a:lnTo>
                  <a:lnTo>
                    <a:pt x="25393" y="193318"/>
                  </a:lnTo>
                  <a:close/>
                </a:path>
                <a:path w="28575" h="193675">
                  <a:moveTo>
                    <a:pt x="18513" y="28519"/>
                  </a:moveTo>
                  <a:lnTo>
                    <a:pt x="10309" y="28519"/>
                  </a:lnTo>
                  <a:lnTo>
                    <a:pt x="6880" y="27151"/>
                  </a:lnTo>
                  <a:lnTo>
                    <a:pt x="4101" y="24417"/>
                  </a:lnTo>
                  <a:lnTo>
                    <a:pt x="1367" y="21638"/>
                  </a:lnTo>
                  <a:lnTo>
                    <a:pt x="0" y="18296"/>
                  </a:lnTo>
                  <a:lnTo>
                    <a:pt x="69" y="10135"/>
                  </a:lnTo>
                  <a:lnTo>
                    <a:pt x="1367" y="6901"/>
                  </a:lnTo>
                  <a:lnTo>
                    <a:pt x="4232" y="4036"/>
                  </a:lnTo>
                  <a:lnTo>
                    <a:pt x="6987" y="1345"/>
                  </a:lnTo>
                  <a:lnTo>
                    <a:pt x="10309" y="0"/>
                  </a:lnTo>
                  <a:lnTo>
                    <a:pt x="18687" y="0"/>
                  </a:lnTo>
                  <a:lnTo>
                    <a:pt x="22072" y="1345"/>
                  </a:lnTo>
                  <a:lnTo>
                    <a:pt x="24547" y="4036"/>
                  </a:lnTo>
                  <a:lnTo>
                    <a:pt x="27021" y="6684"/>
                  </a:lnTo>
                  <a:lnTo>
                    <a:pt x="28258" y="10135"/>
                  </a:lnTo>
                  <a:lnTo>
                    <a:pt x="28258" y="18296"/>
                  </a:lnTo>
                  <a:lnTo>
                    <a:pt x="26978" y="21638"/>
                  </a:lnTo>
                  <a:lnTo>
                    <a:pt x="24417" y="24417"/>
                  </a:lnTo>
                  <a:lnTo>
                    <a:pt x="21855" y="27151"/>
                  </a:lnTo>
                  <a:lnTo>
                    <a:pt x="18513" y="28519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88357" y="3038199"/>
              <a:ext cx="117071" cy="1405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36199" y="3037938"/>
              <a:ext cx="116283" cy="14370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80457" y="3038459"/>
              <a:ext cx="208120" cy="196834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9955820" y="2978425"/>
            <a:ext cx="1068705" cy="203835"/>
            <a:chOff x="9955820" y="2978425"/>
            <a:chExt cx="1068705" cy="203835"/>
          </a:xfrm>
        </p:grpSpPr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55820" y="2982202"/>
              <a:ext cx="167208" cy="19943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150878" y="2980314"/>
              <a:ext cx="22225" cy="198755"/>
            </a:xfrm>
            <a:custGeom>
              <a:avLst/>
              <a:gdLst/>
              <a:ahLst/>
              <a:cxnLst/>
              <a:rect l="l" t="t" r="r" b="b"/>
              <a:pathLst>
                <a:path w="22225" h="198755">
                  <a:moveTo>
                    <a:pt x="21617" y="198397"/>
                  </a:moveTo>
                  <a:lnTo>
                    <a:pt x="0" y="198397"/>
                  </a:lnTo>
                  <a:lnTo>
                    <a:pt x="0" y="0"/>
                  </a:lnTo>
                  <a:lnTo>
                    <a:pt x="21617" y="0"/>
                  </a:lnTo>
                  <a:lnTo>
                    <a:pt x="21617" y="198397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209299" y="3037938"/>
              <a:ext cx="116283" cy="14370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47957" y="2978425"/>
              <a:ext cx="424302" cy="20243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03790" y="3037938"/>
              <a:ext cx="126658" cy="14344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950457" y="3038459"/>
              <a:ext cx="73837" cy="140251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1472815" y="3426004"/>
            <a:ext cx="2564765" cy="1889760"/>
          </a:xfrm>
          <a:custGeom>
            <a:avLst/>
            <a:gdLst/>
            <a:ahLst/>
            <a:cxnLst/>
            <a:rect l="l" t="t" r="r" b="b"/>
            <a:pathLst>
              <a:path w="2564765" h="1889760">
                <a:moveTo>
                  <a:pt x="2564510" y="1889759"/>
                </a:moveTo>
                <a:lnTo>
                  <a:pt x="0" y="1889759"/>
                </a:lnTo>
                <a:lnTo>
                  <a:pt x="0" y="0"/>
                </a:lnTo>
                <a:lnTo>
                  <a:pt x="2564510" y="0"/>
                </a:lnTo>
                <a:lnTo>
                  <a:pt x="2564510" y="1889759"/>
                </a:lnTo>
                <a:close/>
              </a:path>
            </a:pathLst>
          </a:custGeom>
          <a:solidFill>
            <a:srgbClr val="2E4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472815" y="3426004"/>
            <a:ext cx="2564765" cy="18897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620"/>
              </a:spcBef>
            </a:pPr>
            <a:r>
              <a:rPr sz="17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4445" algn="ctr">
              <a:lnSpc>
                <a:spcPct val="100000"/>
              </a:lnSpc>
              <a:spcBef>
                <a:spcPts val="210"/>
              </a:spcBef>
            </a:pPr>
            <a:r>
              <a:rPr sz="2050" b="1" spc="-17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50" b="1" spc="-170" dirty="0">
                <a:solidFill>
                  <a:srgbClr val="FFFFFF"/>
                </a:solidFill>
                <a:latin typeface="Arial"/>
                <a:cs typeface="Arial"/>
              </a:rPr>
              <a:t>nput</a:t>
            </a:r>
            <a:r>
              <a:rPr sz="215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50" b="1" spc="-2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150" b="1" spc="-2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050" b="1" spc="-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150" b="1" spc="-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209471" y="3426004"/>
            <a:ext cx="4514850" cy="1889760"/>
            <a:chOff x="2209471" y="3426004"/>
            <a:chExt cx="4514850" cy="1889760"/>
          </a:xfrm>
        </p:grpSpPr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09471" y="4661538"/>
              <a:ext cx="1094692" cy="14380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049512" y="4346514"/>
              <a:ext cx="97790" cy="48895"/>
            </a:xfrm>
            <a:custGeom>
              <a:avLst/>
              <a:gdLst/>
              <a:ahLst/>
              <a:cxnLst/>
              <a:rect l="l" t="t" r="r" b="b"/>
              <a:pathLst>
                <a:path w="97789" h="48895">
                  <a:moveTo>
                    <a:pt x="97536" y="48768"/>
                  </a:moveTo>
                  <a:lnTo>
                    <a:pt x="0" y="48768"/>
                  </a:lnTo>
                  <a:lnTo>
                    <a:pt x="0" y="0"/>
                  </a:lnTo>
                  <a:lnTo>
                    <a:pt x="97536" y="0"/>
                  </a:lnTo>
                  <a:lnTo>
                    <a:pt x="97536" y="4876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159241" y="3426004"/>
              <a:ext cx="2564765" cy="1889760"/>
            </a:xfrm>
            <a:custGeom>
              <a:avLst/>
              <a:gdLst/>
              <a:ahLst/>
              <a:cxnLst/>
              <a:rect l="l" t="t" r="r" b="b"/>
              <a:pathLst>
                <a:path w="2564765" h="1889760">
                  <a:moveTo>
                    <a:pt x="2564510" y="1889759"/>
                  </a:moveTo>
                  <a:lnTo>
                    <a:pt x="0" y="1889759"/>
                  </a:lnTo>
                  <a:lnTo>
                    <a:pt x="0" y="0"/>
                  </a:lnTo>
                  <a:lnTo>
                    <a:pt x="2564510" y="0"/>
                  </a:lnTo>
                  <a:lnTo>
                    <a:pt x="2564510" y="1889759"/>
                  </a:lnTo>
                  <a:close/>
                </a:path>
              </a:pathLst>
            </a:custGeom>
            <a:solidFill>
              <a:srgbClr val="1A6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159241" y="3426004"/>
            <a:ext cx="2564765" cy="18897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620"/>
              </a:spcBef>
            </a:pPr>
            <a:r>
              <a:rPr sz="17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700">
              <a:latin typeface="Arial"/>
              <a:cs typeface="Arial"/>
            </a:endParaRPr>
          </a:p>
          <a:p>
            <a:pPr marL="603250" marR="614045" indent="-3175" algn="ctr">
              <a:lnSpc>
                <a:spcPts val="2200"/>
              </a:lnSpc>
              <a:spcBef>
                <a:spcPts val="600"/>
              </a:spcBef>
            </a:pPr>
            <a:r>
              <a:rPr sz="2050" b="1" spc="-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50" b="1" spc="-55" dirty="0">
                <a:solidFill>
                  <a:srgbClr val="FFFFFF"/>
                </a:solidFill>
                <a:latin typeface="Arial"/>
                <a:cs typeface="Arial"/>
              </a:rPr>
              <a:t>ok</a:t>
            </a:r>
            <a:r>
              <a:rPr sz="2050" b="1" spc="-5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150" b="1" spc="-55" dirty="0">
                <a:solidFill>
                  <a:srgbClr val="FFFFFF"/>
                </a:solidFill>
                <a:latin typeface="Arial"/>
                <a:cs typeface="Arial"/>
              </a:rPr>
              <a:t>niz</a:t>
            </a:r>
            <a:r>
              <a:rPr sz="2050" b="1" spc="-5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150" b="1" spc="-55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1950" b="1" spc="-14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50" b="1" spc="-14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150" b="1" spc="-145" dirty="0">
                <a:solidFill>
                  <a:srgbClr val="FFFFFF"/>
                </a:solidFill>
                <a:latin typeface="Arial"/>
                <a:cs typeface="Arial"/>
              </a:rPr>
              <a:t>istil</a:t>
            </a:r>
            <a:r>
              <a:rPr sz="2050" b="1" spc="-145" dirty="0">
                <a:solidFill>
                  <a:srgbClr val="FFFFFF"/>
                </a:solidFill>
                <a:latin typeface="Arial"/>
                <a:cs typeface="Arial"/>
              </a:rPr>
              <a:t>BERT</a:t>
            </a:r>
            <a:r>
              <a:rPr sz="1950" b="1" spc="-145" dirty="0">
                <a:solidFill>
                  <a:srgbClr val="FFFFFF"/>
                </a:solidFill>
                <a:latin typeface="Trebuchet MS"/>
                <a:cs typeface="Trebuchet MS"/>
              </a:rPr>
              <a:t>)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17113" y="3426004"/>
            <a:ext cx="4593590" cy="1889760"/>
            <a:chOff x="4817113" y="3426004"/>
            <a:chExt cx="4593590" cy="1889760"/>
          </a:xfrm>
        </p:grpSpPr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17113" y="4661538"/>
              <a:ext cx="1225274" cy="38049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735938" y="4346514"/>
              <a:ext cx="97790" cy="48895"/>
            </a:xfrm>
            <a:custGeom>
              <a:avLst/>
              <a:gdLst/>
              <a:ahLst/>
              <a:cxnLst/>
              <a:rect l="l" t="t" r="r" b="b"/>
              <a:pathLst>
                <a:path w="97790" h="48895">
                  <a:moveTo>
                    <a:pt x="97535" y="48768"/>
                  </a:moveTo>
                  <a:lnTo>
                    <a:pt x="0" y="48768"/>
                  </a:lnTo>
                  <a:lnTo>
                    <a:pt x="0" y="0"/>
                  </a:lnTo>
                  <a:lnTo>
                    <a:pt x="97535" y="0"/>
                  </a:lnTo>
                  <a:lnTo>
                    <a:pt x="97535" y="4876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45668" y="3426004"/>
              <a:ext cx="2564765" cy="1889760"/>
            </a:xfrm>
            <a:custGeom>
              <a:avLst/>
              <a:gdLst/>
              <a:ahLst/>
              <a:cxnLst/>
              <a:rect l="l" t="t" r="r" b="b"/>
              <a:pathLst>
                <a:path w="2564765" h="1889760">
                  <a:moveTo>
                    <a:pt x="2564510" y="1889759"/>
                  </a:moveTo>
                  <a:lnTo>
                    <a:pt x="0" y="1889759"/>
                  </a:lnTo>
                  <a:lnTo>
                    <a:pt x="0" y="0"/>
                  </a:lnTo>
                  <a:lnTo>
                    <a:pt x="2564510" y="0"/>
                  </a:lnTo>
                  <a:lnTo>
                    <a:pt x="2564510" y="1889759"/>
                  </a:lnTo>
                  <a:close/>
                </a:path>
              </a:pathLst>
            </a:custGeom>
            <a:solidFill>
              <a:srgbClr val="0D79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845668" y="3426004"/>
            <a:ext cx="2564765" cy="18897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17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  <a:p>
            <a:pPr marL="583565" marR="572770" algn="ctr">
              <a:lnSpc>
                <a:spcPts val="2200"/>
              </a:lnSpc>
              <a:spcBef>
                <a:spcPts val="600"/>
              </a:spcBef>
            </a:pPr>
            <a:r>
              <a:rPr sz="2050" b="1" spc="-14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50" b="1" spc="-14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050" b="1" spc="-1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50" b="1" spc="-145" dirty="0">
                <a:solidFill>
                  <a:srgbClr val="FFFFFF"/>
                </a:solidFill>
                <a:latin typeface="Arial"/>
                <a:cs typeface="Arial"/>
              </a:rPr>
              <a:t>nsform</a:t>
            </a:r>
            <a:r>
              <a:rPr sz="2050" b="1" spc="-1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150" b="1" spc="-145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050" b="1" spc="-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150" b="1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050" b="1" spc="-4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150" b="1" spc="-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50" b="1" spc="-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150" b="1" spc="-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416471" y="3426004"/>
            <a:ext cx="4680585" cy="1889760"/>
            <a:chOff x="7416471" y="3426004"/>
            <a:chExt cx="4680585" cy="1889760"/>
          </a:xfrm>
        </p:grpSpPr>
        <p:pic>
          <p:nvPicPr>
            <p:cNvPr id="43" name="object 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16471" y="4664709"/>
              <a:ext cx="1386792" cy="14063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812727" y="4661538"/>
              <a:ext cx="15875" cy="142240"/>
            </a:xfrm>
            <a:custGeom>
              <a:avLst/>
              <a:gdLst/>
              <a:ahLst/>
              <a:cxnLst/>
              <a:rect l="l" t="t" r="r" b="b"/>
              <a:pathLst>
                <a:path w="15875" h="142239">
                  <a:moveTo>
                    <a:pt x="15440" y="141712"/>
                  </a:moveTo>
                  <a:lnTo>
                    <a:pt x="0" y="141712"/>
                  </a:lnTo>
                  <a:lnTo>
                    <a:pt x="0" y="0"/>
                  </a:lnTo>
                  <a:lnTo>
                    <a:pt x="15440" y="0"/>
                  </a:lnTo>
                  <a:lnTo>
                    <a:pt x="15440" y="14171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783655" y="4918598"/>
              <a:ext cx="333809" cy="10264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139255" y="4881066"/>
              <a:ext cx="119459" cy="13808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78955" y="4918785"/>
              <a:ext cx="188431" cy="14017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422365" y="4346514"/>
              <a:ext cx="97790" cy="48895"/>
            </a:xfrm>
            <a:custGeom>
              <a:avLst/>
              <a:gdLst/>
              <a:ahLst/>
              <a:cxnLst/>
              <a:rect l="l" t="t" r="r" b="b"/>
              <a:pathLst>
                <a:path w="97790" h="48895">
                  <a:moveTo>
                    <a:pt x="97535" y="48768"/>
                  </a:moveTo>
                  <a:lnTo>
                    <a:pt x="0" y="48768"/>
                  </a:lnTo>
                  <a:lnTo>
                    <a:pt x="0" y="0"/>
                  </a:lnTo>
                  <a:lnTo>
                    <a:pt x="97535" y="0"/>
                  </a:lnTo>
                  <a:lnTo>
                    <a:pt x="97535" y="4876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532094" y="3426004"/>
              <a:ext cx="2564765" cy="1889760"/>
            </a:xfrm>
            <a:custGeom>
              <a:avLst/>
              <a:gdLst/>
              <a:ahLst/>
              <a:cxnLst/>
              <a:rect l="l" t="t" r="r" b="b"/>
              <a:pathLst>
                <a:path w="2564765" h="1889760">
                  <a:moveTo>
                    <a:pt x="2564511" y="1889759"/>
                  </a:moveTo>
                  <a:lnTo>
                    <a:pt x="0" y="1889759"/>
                  </a:lnTo>
                  <a:lnTo>
                    <a:pt x="0" y="0"/>
                  </a:lnTo>
                  <a:lnTo>
                    <a:pt x="2564511" y="0"/>
                  </a:lnTo>
                  <a:lnTo>
                    <a:pt x="2564511" y="1889759"/>
                  </a:lnTo>
                  <a:close/>
                </a:path>
              </a:pathLst>
            </a:custGeom>
            <a:solidFill>
              <a:srgbClr val="793A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532094" y="3426004"/>
            <a:ext cx="2564765" cy="18897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R="27305" algn="ctr">
              <a:lnSpc>
                <a:spcPct val="100000"/>
              </a:lnSpc>
              <a:spcBef>
                <a:spcPts val="620"/>
              </a:spcBef>
            </a:pPr>
            <a:r>
              <a:rPr sz="1700" b="1" spc="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700">
              <a:latin typeface="Arial"/>
              <a:cs typeface="Arial"/>
            </a:endParaRPr>
          </a:p>
          <a:p>
            <a:pPr marL="525780" marR="538480" indent="-2540" algn="ctr">
              <a:lnSpc>
                <a:spcPts val="2200"/>
              </a:lnSpc>
              <a:spcBef>
                <a:spcPts val="600"/>
              </a:spcBef>
            </a:pPr>
            <a:r>
              <a:rPr sz="2050" b="1" spc="-15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150" b="1" spc="-15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050" b="1" spc="-1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50" b="1" spc="-150" dirty="0">
                <a:solidFill>
                  <a:srgbClr val="FFFFFF"/>
                </a:solidFill>
                <a:latin typeface="Arial"/>
                <a:cs typeface="Arial"/>
              </a:rPr>
              <a:t>ssifi</a:t>
            </a:r>
            <a:r>
              <a:rPr sz="2050" b="1" spc="-150" dirty="0">
                <a:solidFill>
                  <a:srgbClr val="FFFFFF"/>
                </a:solidFill>
                <a:latin typeface="Arial"/>
                <a:cs typeface="Arial"/>
              </a:rPr>
              <a:t>ca</a:t>
            </a:r>
            <a:r>
              <a:rPr sz="2150" b="1" spc="-150" dirty="0">
                <a:solidFill>
                  <a:srgbClr val="FFFFFF"/>
                </a:solidFill>
                <a:latin typeface="Arial"/>
                <a:cs typeface="Arial"/>
              </a:rPr>
              <a:t>tion </a:t>
            </a:r>
            <a:r>
              <a:rPr sz="2050" b="1" spc="-135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r>
              <a:rPr sz="2050" b="1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spc="-114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sz="2050" b="1" spc="-114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150" b="1" spc="-114" dirty="0">
                <a:solidFill>
                  <a:srgbClr val="FFFFFF"/>
                </a:solidFill>
                <a:latin typeface="Arial"/>
                <a:cs typeface="Arial"/>
              </a:rPr>
              <a:t>ns</a:t>
            </a:r>
            <a:r>
              <a:rPr sz="2050" b="1" spc="-11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950" b="1" spc="-114" dirty="0">
                <a:solidFill>
                  <a:srgbClr val="FFFFFF"/>
                </a:solidFill>
                <a:latin typeface="Trebuchet MS"/>
                <a:cs typeface="Trebuchet MS"/>
              </a:rPr>
              <a:t>)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0066771" y="3426004"/>
            <a:ext cx="4716780" cy="1889760"/>
            <a:chOff x="10066771" y="3426004"/>
            <a:chExt cx="4716780" cy="1889760"/>
          </a:xfrm>
        </p:grpSpPr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066771" y="4661538"/>
              <a:ext cx="1462540" cy="371936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2108791" y="4346514"/>
              <a:ext cx="97790" cy="48895"/>
            </a:xfrm>
            <a:custGeom>
              <a:avLst/>
              <a:gdLst/>
              <a:ahLst/>
              <a:cxnLst/>
              <a:rect l="l" t="t" r="r" b="b"/>
              <a:pathLst>
                <a:path w="97790" h="48895">
                  <a:moveTo>
                    <a:pt x="97535" y="48768"/>
                  </a:moveTo>
                  <a:lnTo>
                    <a:pt x="0" y="48768"/>
                  </a:lnTo>
                  <a:lnTo>
                    <a:pt x="0" y="0"/>
                  </a:lnTo>
                  <a:lnTo>
                    <a:pt x="97535" y="0"/>
                  </a:lnTo>
                  <a:lnTo>
                    <a:pt x="97535" y="4876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2218520" y="3426004"/>
              <a:ext cx="2564765" cy="1889760"/>
            </a:xfrm>
            <a:custGeom>
              <a:avLst/>
              <a:gdLst/>
              <a:ahLst/>
              <a:cxnLst/>
              <a:rect l="l" t="t" r="r" b="b"/>
              <a:pathLst>
                <a:path w="2564765" h="1889760">
                  <a:moveTo>
                    <a:pt x="2564511" y="1889759"/>
                  </a:moveTo>
                  <a:lnTo>
                    <a:pt x="0" y="1889759"/>
                  </a:lnTo>
                  <a:lnTo>
                    <a:pt x="0" y="0"/>
                  </a:lnTo>
                  <a:lnTo>
                    <a:pt x="2564511" y="0"/>
                  </a:lnTo>
                  <a:lnTo>
                    <a:pt x="2564511" y="1889759"/>
                  </a:lnTo>
                  <a:close/>
                </a:path>
              </a:pathLst>
            </a:custGeom>
            <a:solidFill>
              <a:srgbClr val="A24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2218520" y="3426004"/>
            <a:ext cx="2564765" cy="18897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1700" b="1" spc="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700">
              <a:latin typeface="Arial"/>
              <a:cs typeface="Arial"/>
            </a:endParaRPr>
          </a:p>
          <a:p>
            <a:pPr marR="3175" algn="ctr">
              <a:lnSpc>
                <a:spcPct val="100000"/>
              </a:lnSpc>
              <a:spcBef>
                <a:spcPts val="210"/>
              </a:spcBef>
            </a:pPr>
            <a:r>
              <a:rPr sz="2050" b="1" spc="-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50" b="1" spc="-10" dirty="0">
                <a:solidFill>
                  <a:srgbClr val="FFFFFF"/>
                </a:solidFill>
                <a:latin typeface="Arial"/>
                <a:cs typeface="Arial"/>
              </a:rPr>
              <a:t>utput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3093371" y="4661538"/>
            <a:ext cx="806450" cy="360045"/>
            <a:chOff x="13093371" y="4661538"/>
            <a:chExt cx="806450" cy="360045"/>
          </a:xfrm>
        </p:grpSpPr>
        <p:pic>
          <p:nvPicPr>
            <p:cNvPr id="57" name="object 5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093371" y="4661538"/>
              <a:ext cx="364743" cy="14380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483629" y="4665166"/>
              <a:ext cx="416148" cy="140177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83871" y="4880609"/>
              <a:ext cx="180292" cy="14063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486141" y="4877438"/>
              <a:ext cx="218826" cy="143619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1574800" y="5458913"/>
            <a:ext cx="7693025" cy="19177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13995" indent="-208279">
              <a:lnSpc>
                <a:spcPct val="100000"/>
              </a:lnSpc>
              <a:spcBef>
                <a:spcPts val="815"/>
              </a:spcBef>
              <a:buAutoNum type="arabicPeriod"/>
              <a:tabLst>
                <a:tab pos="213995" algn="l"/>
              </a:tabLst>
            </a:pPr>
            <a:r>
              <a:rPr sz="1850" b="1" spc="-110" dirty="0">
                <a:solidFill>
                  <a:srgbClr val="0D1B5D"/>
                </a:solidFill>
                <a:latin typeface="Arial"/>
                <a:cs typeface="Arial"/>
              </a:rPr>
              <a:t>I</a:t>
            </a:r>
            <a:r>
              <a:rPr sz="1900" b="1" spc="-110" dirty="0">
                <a:solidFill>
                  <a:srgbClr val="0D1B5D"/>
                </a:solidFill>
                <a:latin typeface="Arial"/>
                <a:cs typeface="Arial"/>
              </a:rPr>
              <a:t>nput</a:t>
            </a:r>
            <a:r>
              <a:rPr sz="1900" b="1" spc="-16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1850" b="1" spc="-105" dirty="0">
                <a:solidFill>
                  <a:srgbClr val="0D1B5D"/>
                </a:solidFill>
                <a:latin typeface="Arial"/>
                <a:cs typeface="Arial"/>
              </a:rPr>
              <a:t>La</a:t>
            </a:r>
            <a:r>
              <a:rPr sz="1900" b="1" spc="-105" dirty="0">
                <a:solidFill>
                  <a:srgbClr val="0D1B5D"/>
                </a:solidFill>
                <a:latin typeface="Arial"/>
                <a:cs typeface="Arial"/>
              </a:rPr>
              <a:t>y</a:t>
            </a:r>
            <a:r>
              <a:rPr sz="1850" b="1" spc="-105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1900" b="1" spc="-105" dirty="0">
                <a:solidFill>
                  <a:srgbClr val="0D1B5D"/>
                </a:solidFill>
                <a:latin typeface="Arial"/>
                <a:cs typeface="Arial"/>
              </a:rPr>
              <a:t>r</a:t>
            </a:r>
            <a:r>
              <a:rPr sz="1900" b="1" spc="-3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1800" spc="-135" dirty="0">
                <a:solidFill>
                  <a:srgbClr val="333333"/>
                </a:solidFill>
                <a:latin typeface="Arial"/>
                <a:cs typeface="Arial"/>
              </a:rPr>
              <a:t>→</a:t>
            </a:r>
            <a:r>
              <a:rPr sz="18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160" dirty="0">
                <a:solidFill>
                  <a:srgbClr val="333333"/>
                </a:solidFill>
                <a:latin typeface="Arial"/>
                <a:cs typeface="Arial"/>
              </a:rPr>
              <a:t>Raw</a:t>
            </a:r>
            <a:r>
              <a:rPr sz="1850" spc="-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45" dirty="0">
                <a:solidFill>
                  <a:srgbClr val="333333"/>
                </a:solidFill>
                <a:latin typeface="Arial"/>
                <a:cs typeface="Arial"/>
              </a:rPr>
              <a:t>text</a:t>
            </a:r>
            <a:r>
              <a:rPr sz="185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90" dirty="0">
                <a:solidFill>
                  <a:srgbClr val="333333"/>
                </a:solidFill>
                <a:latin typeface="Arial"/>
                <a:cs typeface="Arial"/>
              </a:rPr>
              <a:t>data</a:t>
            </a:r>
            <a:r>
              <a:rPr sz="185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110" dirty="0">
                <a:solidFill>
                  <a:srgbClr val="333333"/>
                </a:solidFill>
                <a:latin typeface="Arial"/>
                <a:cs typeface="Arial"/>
              </a:rPr>
              <a:t>is</a:t>
            </a:r>
            <a:r>
              <a:rPr sz="1850" spc="-1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45" dirty="0">
                <a:solidFill>
                  <a:srgbClr val="333333"/>
                </a:solidFill>
                <a:latin typeface="Arial"/>
                <a:cs typeface="Arial"/>
              </a:rPr>
              <a:t>fed</a:t>
            </a:r>
            <a:r>
              <a:rPr sz="185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70" dirty="0">
                <a:solidFill>
                  <a:srgbClr val="333333"/>
                </a:solidFill>
                <a:latin typeface="Arial"/>
                <a:cs typeface="Arial"/>
              </a:rPr>
              <a:t>into</a:t>
            </a:r>
            <a:r>
              <a:rPr sz="1850" spc="-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7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850" spc="-11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333333"/>
                </a:solidFill>
                <a:latin typeface="Arial"/>
                <a:cs typeface="Arial"/>
              </a:rPr>
              <a:t>model</a:t>
            </a:r>
            <a:endParaRPr sz="1850">
              <a:latin typeface="Arial"/>
              <a:cs typeface="Arial"/>
            </a:endParaRPr>
          </a:p>
          <a:p>
            <a:pPr marL="251460" indent="-23876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251460" algn="l"/>
              </a:tabLst>
            </a:pPr>
            <a:r>
              <a:rPr sz="1850" b="1" spc="-110" dirty="0">
                <a:solidFill>
                  <a:srgbClr val="0D1B5D"/>
                </a:solidFill>
                <a:latin typeface="Arial"/>
                <a:cs typeface="Arial"/>
              </a:rPr>
              <a:t>T</a:t>
            </a:r>
            <a:r>
              <a:rPr sz="1900" b="1" spc="-110" dirty="0">
                <a:solidFill>
                  <a:srgbClr val="0D1B5D"/>
                </a:solidFill>
                <a:latin typeface="Arial"/>
                <a:cs typeface="Arial"/>
              </a:rPr>
              <a:t>ok</a:t>
            </a:r>
            <a:r>
              <a:rPr sz="1850" b="1" spc="-110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1900" b="1" spc="-110" dirty="0">
                <a:solidFill>
                  <a:srgbClr val="0D1B5D"/>
                </a:solidFill>
                <a:latin typeface="Arial"/>
                <a:cs typeface="Arial"/>
              </a:rPr>
              <a:t>niz</a:t>
            </a:r>
            <a:r>
              <a:rPr sz="1850" b="1" spc="-110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1900" b="1" spc="-110" dirty="0">
                <a:solidFill>
                  <a:srgbClr val="0D1B5D"/>
                </a:solidFill>
                <a:latin typeface="Arial"/>
                <a:cs typeface="Arial"/>
              </a:rPr>
              <a:t>r</a:t>
            </a:r>
            <a:r>
              <a:rPr sz="1900" b="1" spc="-12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1750" b="1" spc="-105" dirty="0">
                <a:solidFill>
                  <a:srgbClr val="0D1B5D"/>
                </a:solidFill>
                <a:latin typeface="Trebuchet MS"/>
                <a:cs typeface="Trebuchet MS"/>
              </a:rPr>
              <a:t>(</a:t>
            </a:r>
            <a:r>
              <a:rPr sz="1850" b="1" spc="-105" dirty="0">
                <a:solidFill>
                  <a:srgbClr val="0D1B5D"/>
                </a:solidFill>
                <a:latin typeface="Arial"/>
                <a:cs typeface="Arial"/>
              </a:rPr>
              <a:t>D</a:t>
            </a:r>
            <a:r>
              <a:rPr sz="1900" b="1" spc="-105" dirty="0">
                <a:solidFill>
                  <a:srgbClr val="0D1B5D"/>
                </a:solidFill>
                <a:latin typeface="Arial"/>
                <a:cs typeface="Arial"/>
              </a:rPr>
              <a:t>istil</a:t>
            </a:r>
            <a:r>
              <a:rPr sz="1850" b="1" spc="-105" dirty="0">
                <a:solidFill>
                  <a:srgbClr val="0D1B5D"/>
                </a:solidFill>
                <a:latin typeface="Arial"/>
                <a:cs typeface="Arial"/>
              </a:rPr>
              <a:t>BERT</a:t>
            </a:r>
            <a:r>
              <a:rPr sz="1750" b="1" spc="-105" dirty="0">
                <a:solidFill>
                  <a:srgbClr val="0D1B5D"/>
                </a:solidFill>
                <a:latin typeface="Trebuchet MS"/>
                <a:cs typeface="Trebuchet MS"/>
              </a:rPr>
              <a:t>)</a:t>
            </a:r>
            <a:r>
              <a:rPr sz="1750" b="1" spc="-155" dirty="0">
                <a:solidFill>
                  <a:srgbClr val="0D1B5D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33333"/>
                </a:solidFill>
                <a:latin typeface="Arial"/>
                <a:cs typeface="Arial"/>
              </a:rPr>
              <a:t>→</a:t>
            </a:r>
            <a:r>
              <a:rPr sz="18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75" dirty="0">
                <a:solidFill>
                  <a:srgbClr val="333333"/>
                </a:solidFill>
                <a:latin typeface="Arial"/>
                <a:cs typeface="Arial"/>
              </a:rPr>
              <a:t>Converts</a:t>
            </a:r>
            <a:r>
              <a:rPr sz="1850" spc="-10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25" dirty="0">
                <a:solidFill>
                  <a:srgbClr val="333333"/>
                </a:solidFill>
                <a:latin typeface="Arial"/>
                <a:cs typeface="Arial"/>
              </a:rPr>
              <a:t>text</a:t>
            </a:r>
            <a:r>
              <a:rPr sz="1850" spc="-1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70" dirty="0">
                <a:solidFill>
                  <a:srgbClr val="333333"/>
                </a:solidFill>
                <a:latin typeface="Arial"/>
                <a:cs typeface="Arial"/>
              </a:rPr>
              <a:t>into</a:t>
            </a:r>
            <a:r>
              <a:rPr sz="185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85" dirty="0">
                <a:solidFill>
                  <a:srgbClr val="333333"/>
                </a:solidFill>
                <a:latin typeface="Arial"/>
                <a:cs typeface="Arial"/>
              </a:rPr>
              <a:t>tokens</a:t>
            </a:r>
            <a:r>
              <a:rPr sz="1850" spc="-10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sz="1850" spc="-10" dirty="0">
                <a:solidFill>
                  <a:srgbClr val="333333"/>
                </a:solidFill>
                <a:latin typeface="Arial"/>
                <a:cs typeface="Arial"/>
              </a:rPr>
              <a:t>numbers</a:t>
            </a:r>
            <a:r>
              <a:rPr sz="1750" spc="-10" dirty="0">
                <a:solidFill>
                  <a:srgbClr val="333333"/>
                </a:solidFill>
                <a:latin typeface="Tahoma"/>
                <a:cs typeface="Tahoma"/>
              </a:rPr>
              <a:t>)</a:t>
            </a:r>
            <a:endParaRPr sz="1750">
              <a:latin typeface="Tahoma"/>
              <a:cs typeface="Tahoma"/>
            </a:endParaRPr>
          </a:p>
          <a:p>
            <a:pPr marL="251460" indent="-23876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251460" algn="l"/>
              </a:tabLst>
            </a:pPr>
            <a:r>
              <a:rPr sz="1850" b="1" spc="-95" dirty="0">
                <a:solidFill>
                  <a:srgbClr val="0D1B5D"/>
                </a:solidFill>
                <a:latin typeface="Arial"/>
                <a:cs typeface="Arial"/>
              </a:rPr>
              <a:t>T</a:t>
            </a:r>
            <a:r>
              <a:rPr sz="1900" b="1" spc="-95" dirty="0">
                <a:solidFill>
                  <a:srgbClr val="0D1B5D"/>
                </a:solidFill>
                <a:latin typeface="Arial"/>
                <a:cs typeface="Arial"/>
              </a:rPr>
              <a:t>r</a:t>
            </a:r>
            <a:r>
              <a:rPr sz="1850" b="1" spc="-95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1900" b="1" spc="-95" dirty="0">
                <a:solidFill>
                  <a:srgbClr val="0D1B5D"/>
                </a:solidFill>
                <a:latin typeface="Arial"/>
                <a:cs typeface="Arial"/>
              </a:rPr>
              <a:t>nsform</a:t>
            </a:r>
            <a:r>
              <a:rPr sz="1850" b="1" spc="-95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1900" b="1" spc="-95" dirty="0">
                <a:solidFill>
                  <a:srgbClr val="0D1B5D"/>
                </a:solidFill>
                <a:latin typeface="Arial"/>
                <a:cs typeface="Arial"/>
              </a:rPr>
              <a:t>r</a:t>
            </a:r>
            <a:r>
              <a:rPr sz="1900" b="1" spc="-12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1850" b="1" spc="-135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1900" b="1" spc="-135" dirty="0">
                <a:solidFill>
                  <a:srgbClr val="0D1B5D"/>
                </a:solidFill>
                <a:latin typeface="Arial"/>
                <a:cs typeface="Arial"/>
              </a:rPr>
              <a:t>n</a:t>
            </a:r>
            <a:r>
              <a:rPr sz="1850" b="1" spc="-135" dirty="0">
                <a:solidFill>
                  <a:srgbClr val="0D1B5D"/>
                </a:solidFill>
                <a:latin typeface="Arial"/>
                <a:cs typeface="Arial"/>
              </a:rPr>
              <a:t>c</a:t>
            </a:r>
            <a:r>
              <a:rPr sz="1900" b="1" spc="-135" dirty="0">
                <a:solidFill>
                  <a:srgbClr val="0D1B5D"/>
                </a:solidFill>
                <a:latin typeface="Arial"/>
                <a:cs typeface="Arial"/>
              </a:rPr>
              <a:t>o</a:t>
            </a:r>
            <a:r>
              <a:rPr sz="1850" b="1" spc="-135" dirty="0">
                <a:solidFill>
                  <a:srgbClr val="0D1B5D"/>
                </a:solidFill>
                <a:latin typeface="Arial"/>
                <a:cs typeface="Arial"/>
              </a:rPr>
              <a:t>de</a:t>
            </a:r>
            <a:r>
              <a:rPr sz="1900" b="1" spc="-135" dirty="0">
                <a:solidFill>
                  <a:srgbClr val="0D1B5D"/>
                </a:solidFill>
                <a:latin typeface="Arial"/>
                <a:cs typeface="Arial"/>
              </a:rPr>
              <a:t>r</a:t>
            </a:r>
            <a:r>
              <a:rPr sz="1900" b="1" spc="-12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1750" b="1" spc="-114" dirty="0">
                <a:solidFill>
                  <a:srgbClr val="0D1B5D"/>
                </a:solidFill>
                <a:latin typeface="Trebuchet MS"/>
                <a:cs typeface="Trebuchet MS"/>
              </a:rPr>
              <a:t>(</a:t>
            </a:r>
            <a:r>
              <a:rPr sz="1850" b="1" spc="-114" dirty="0">
                <a:solidFill>
                  <a:srgbClr val="0D1B5D"/>
                </a:solidFill>
                <a:latin typeface="Arial"/>
                <a:cs typeface="Arial"/>
              </a:rPr>
              <a:t>D</a:t>
            </a:r>
            <a:r>
              <a:rPr sz="1900" b="1" spc="-114" dirty="0">
                <a:solidFill>
                  <a:srgbClr val="0D1B5D"/>
                </a:solidFill>
                <a:latin typeface="Arial"/>
                <a:cs typeface="Arial"/>
              </a:rPr>
              <a:t>istil</a:t>
            </a:r>
            <a:r>
              <a:rPr sz="1850" b="1" spc="-114" dirty="0">
                <a:solidFill>
                  <a:srgbClr val="0D1B5D"/>
                </a:solidFill>
                <a:latin typeface="Arial"/>
                <a:cs typeface="Arial"/>
              </a:rPr>
              <a:t>BERT</a:t>
            </a:r>
            <a:r>
              <a:rPr sz="1850" b="1" spc="-1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1850" b="1" spc="-114" dirty="0">
                <a:solidFill>
                  <a:srgbClr val="0D1B5D"/>
                </a:solidFill>
                <a:latin typeface="Arial"/>
                <a:cs typeface="Arial"/>
              </a:rPr>
              <a:t>bac</a:t>
            </a:r>
            <a:r>
              <a:rPr sz="1900" b="1" spc="-114" dirty="0">
                <a:solidFill>
                  <a:srgbClr val="0D1B5D"/>
                </a:solidFill>
                <a:latin typeface="Arial"/>
                <a:cs typeface="Arial"/>
              </a:rPr>
              <a:t>k</a:t>
            </a:r>
            <a:r>
              <a:rPr sz="1850" b="1" spc="-114" dirty="0">
                <a:solidFill>
                  <a:srgbClr val="0D1B5D"/>
                </a:solidFill>
                <a:latin typeface="Arial"/>
                <a:cs typeface="Arial"/>
              </a:rPr>
              <a:t>b</a:t>
            </a:r>
            <a:r>
              <a:rPr sz="1900" b="1" spc="-114" dirty="0">
                <a:solidFill>
                  <a:srgbClr val="0D1B5D"/>
                </a:solidFill>
                <a:latin typeface="Arial"/>
                <a:cs typeface="Arial"/>
              </a:rPr>
              <a:t>on</a:t>
            </a:r>
            <a:r>
              <a:rPr sz="1850" b="1" spc="-114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1750" b="1" spc="-114" dirty="0">
                <a:solidFill>
                  <a:srgbClr val="0D1B5D"/>
                </a:solidFill>
                <a:latin typeface="Trebuchet MS"/>
                <a:cs typeface="Trebuchet MS"/>
              </a:rPr>
              <a:t>)</a:t>
            </a:r>
            <a:r>
              <a:rPr sz="1750" b="1" spc="-40" dirty="0">
                <a:solidFill>
                  <a:srgbClr val="0D1B5D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33333"/>
                </a:solidFill>
                <a:latin typeface="Arial"/>
                <a:cs typeface="Arial"/>
              </a:rPr>
              <a:t>→</a:t>
            </a:r>
            <a:r>
              <a:rPr sz="18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105" dirty="0">
                <a:solidFill>
                  <a:srgbClr val="333333"/>
                </a:solidFill>
                <a:latin typeface="Arial"/>
                <a:cs typeface="Arial"/>
              </a:rPr>
              <a:t>Learns</a:t>
            </a:r>
            <a:r>
              <a:rPr sz="185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75" dirty="0">
                <a:solidFill>
                  <a:srgbClr val="333333"/>
                </a:solidFill>
                <a:latin typeface="Arial"/>
                <a:cs typeface="Arial"/>
              </a:rPr>
              <a:t>contextual</a:t>
            </a:r>
            <a:r>
              <a:rPr sz="1850" spc="-11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333333"/>
                </a:solidFill>
                <a:latin typeface="Arial"/>
                <a:cs typeface="Arial"/>
              </a:rPr>
              <a:t>meaning</a:t>
            </a:r>
            <a:endParaRPr sz="185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263525" algn="l"/>
              </a:tabLst>
            </a:pPr>
            <a:r>
              <a:rPr sz="1850" b="1" spc="-110" dirty="0">
                <a:solidFill>
                  <a:srgbClr val="0D1B5D"/>
                </a:solidFill>
                <a:latin typeface="Arial"/>
                <a:cs typeface="Arial"/>
              </a:rPr>
              <a:t>C</a:t>
            </a:r>
            <a:r>
              <a:rPr sz="1900" b="1" spc="-110" dirty="0">
                <a:solidFill>
                  <a:srgbClr val="0D1B5D"/>
                </a:solidFill>
                <a:latin typeface="Arial"/>
                <a:cs typeface="Arial"/>
              </a:rPr>
              <a:t>l</a:t>
            </a:r>
            <a:r>
              <a:rPr sz="1850" b="1" spc="-110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1900" b="1" spc="-110" dirty="0">
                <a:solidFill>
                  <a:srgbClr val="0D1B5D"/>
                </a:solidFill>
                <a:latin typeface="Arial"/>
                <a:cs typeface="Arial"/>
              </a:rPr>
              <a:t>ssifi</a:t>
            </a:r>
            <a:r>
              <a:rPr sz="1850" b="1" spc="-110" dirty="0">
                <a:solidFill>
                  <a:srgbClr val="0D1B5D"/>
                </a:solidFill>
                <a:latin typeface="Arial"/>
                <a:cs typeface="Arial"/>
              </a:rPr>
              <a:t>ca</a:t>
            </a:r>
            <a:r>
              <a:rPr sz="1900" b="1" spc="-110" dirty="0">
                <a:solidFill>
                  <a:srgbClr val="0D1B5D"/>
                </a:solidFill>
                <a:latin typeface="Arial"/>
                <a:cs typeface="Arial"/>
              </a:rPr>
              <a:t>tion</a:t>
            </a:r>
            <a:r>
              <a:rPr sz="1900" b="1" spc="-21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1850" b="1" spc="-85" dirty="0">
                <a:solidFill>
                  <a:srgbClr val="0D1B5D"/>
                </a:solidFill>
                <a:latin typeface="Arial"/>
                <a:cs typeface="Arial"/>
              </a:rPr>
              <a:t>Head</a:t>
            </a:r>
            <a:r>
              <a:rPr sz="1850" b="1" spc="-13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1750" b="1" spc="-120" dirty="0">
                <a:solidFill>
                  <a:srgbClr val="0D1B5D"/>
                </a:solidFill>
                <a:latin typeface="Trebuchet MS"/>
                <a:cs typeface="Trebuchet MS"/>
              </a:rPr>
              <a:t>(</a:t>
            </a:r>
            <a:r>
              <a:rPr sz="1850" b="1" spc="-120" dirty="0">
                <a:solidFill>
                  <a:srgbClr val="0D1B5D"/>
                </a:solidFill>
                <a:latin typeface="Arial"/>
                <a:cs typeface="Arial"/>
              </a:rPr>
              <a:t>De</a:t>
            </a:r>
            <a:r>
              <a:rPr sz="1900" b="1" spc="-120" dirty="0">
                <a:solidFill>
                  <a:srgbClr val="0D1B5D"/>
                </a:solidFill>
                <a:latin typeface="Arial"/>
                <a:cs typeface="Arial"/>
              </a:rPr>
              <a:t>ns</a:t>
            </a:r>
            <a:r>
              <a:rPr sz="1850" b="1" spc="-120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1850" b="1" spc="6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1850" b="1" spc="-95" dirty="0">
                <a:solidFill>
                  <a:srgbClr val="0D1B5D"/>
                </a:solidFill>
                <a:latin typeface="Arial"/>
                <a:cs typeface="Arial"/>
              </a:rPr>
              <a:t>La</a:t>
            </a:r>
            <a:r>
              <a:rPr sz="1900" b="1" spc="-95" dirty="0">
                <a:solidFill>
                  <a:srgbClr val="0D1B5D"/>
                </a:solidFill>
                <a:latin typeface="Arial"/>
                <a:cs typeface="Arial"/>
              </a:rPr>
              <a:t>y</a:t>
            </a:r>
            <a:r>
              <a:rPr sz="1850" b="1" spc="-95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1900" b="1" spc="-95" dirty="0">
                <a:solidFill>
                  <a:srgbClr val="0D1B5D"/>
                </a:solidFill>
                <a:latin typeface="Arial"/>
                <a:cs typeface="Arial"/>
              </a:rPr>
              <a:t>r</a:t>
            </a:r>
            <a:r>
              <a:rPr sz="1750" b="1" spc="-95" dirty="0">
                <a:solidFill>
                  <a:srgbClr val="0D1B5D"/>
                </a:solidFill>
                <a:latin typeface="Trebuchet MS"/>
                <a:cs typeface="Trebuchet MS"/>
              </a:rPr>
              <a:t>)</a:t>
            </a:r>
            <a:r>
              <a:rPr sz="1750" b="1" spc="-165" dirty="0">
                <a:solidFill>
                  <a:srgbClr val="0D1B5D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33333"/>
                </a:solidFill>
                <a:latin typeface="Arial"/>
                <a:cs typeface="Arial"/>
              </a:rPr>
              <a:t>→</a:t>
            </a:r>
            <a:r>
              <a:rPr sz="18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65" dirty="0">
                <a:solidFill>
                  <a:srgbClr val="333333"/>
                </a:solidFill>
                <a:latin typeface="Arial"/>
                <a:cs typeface="Arial"/>
              </a:rPr>
              <a:t>Outputs</a:t>
            </a:r>
            <a:r>
              <a:rPr sz="1850" spc="-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333333"/>
                </a:solidFill>
                <a:latin typeface="Arial"/>
                <a:cs typeface="Arial"/>
              </a:rPr>
              <a:t>2</a:t>
            </a:r>
            <a:r>
              <a:rPr sz="1800" spc="-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90" dirty="0">
                <a:solidFill>
                  <a:srgbClr val="333333"/>
                </a:solidFill>
                <a:latin typeface="Arial"/>
                <a:cs typeface="Arial"/>
              </a:rPr>
              <a:t>classes</a:t>
            </a:r>
            <a:r>
              <a:rPr sz="1850" spc="-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spc="-114" dirty="0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sz="1850" spc="-114" dirty="0">
                <a:solidFill>
                  <a:srgbClr val="333333"/>
                </a:solidFill>
                <a:latin typeface="Arial"/>
                <a:cs typeface="Arial"/>
              </a:rPr>
              <a:t>Human</a:t>
            </a:r>
            <a:r>
              <a:rPr sz="1850" spc="-1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33333"/>
                </a:solidFill>
                <a:latin typeface="Tahoma"/>
                <a:cs typeface="Tahoma"/>
              </a:rPr>
              <a:t>/</a:t>
            </a:r>
            <a:r>
              <a:rPr sz="1750" spc="-9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50" spc="-25" dirty="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750" spc="-25" dirty="0">
                <a:solidFill>
                  <a:srgbClr val="333333"/>
                </a:solidFill>
                <a:latin typeface="Tahoma"/>
                <a:cs typeface="Tahoma"/>
              </a:rPr>
              <a:t>)</a:t>
            </a:r>
            <a:endParaRPr sz="1750">
              <a:latin typeface="Tahoma"/>
              <a:cs typeface="Tahoma"/>
            </a:endParaRPr>
          </a:p>
          <a:p>
            <a:pPr marL="251460" indent="-23876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251460" algn="l"/>
              </a:tabLst>
            </a:pPr>
            <a:r>
              <a:rPr sz="1850" b="1" spc="-105" dirty="0">
                <a:solidFill>
                  <a:srgbClr val="0D1B5D"/>
                </a:solidFill>
                <a:latin typeface="Arial"/>
                <a:cs typeface="Arial"/>
              </a:rPr>
              <a:t>O</a:t>
            </a:r>
            <a:r>
              <a:rPr sz="1900" b="1" spc="-105" dirty="0">
                <a:solidFill>
                  <a:srgbClr val="0D1B5D"/>
                </a:solidFill>
                <a:latin typeface="Arial"/>
                <a:cs typeface="Arial"/>
              </a:rPr>
              <a:t>utput</a:t>
            </a:r>
            <a:r>
              <a:rPr sz="1900" b="1" spc="-3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1800" spc="-135" dirty="0">
                <a:solidFill>
                  <a:srgbClr val="333333"/>
                </a:solidFill>
                <a:latin typeface="Arial"/>
                <a:cs typeface="Arial"/>
              </a:rPr>
              <a:t>→</a:t>
            </a:r>
            <a:r>
              <a:rPr sz="18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75" dirty="0">
                <a:solidFill>
                  <a:srgbClr val="333333"/>
                </a:solidFill>
                <a:latin typeface="Arial"/>
                <a:cs typeface="Arial"/>
              </a:rPr>
              <a:t>Prediction</a:t>
            </a:r>
            <a:r>
              <a:rPr sz="1850" spc="-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50" spc="-20" dirty="0">
                <a:solidFill>
                  <a:srgbClr val="333333"/>
                </a:solidFill>
                <a:latin typeface="Arial"/>
                <a:cs typeface="Arial"/>
              </a:rPr>
              <a:t>label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46300">
              <a:lnSpc>
                <a:spcPct val="100000"/>
              </a:lnSpc>
              <a:spcBef>
                <a:spcPts val="114"/>
              </a:spcBef>
            </a:pPr>
            <a:r>
              <a:rPr sz="5100" spc="-270" dirty="0"/>
              <a:t>Pe</a:t>
            </a:r>
            <a:r>
              <a:rPr spc="-270" dirty="0"/>
              <a:t>rform</a:t>
            </a:r>
            <a:r>
              <a:rPr sz="5100" spc="-270" dirty="0"/>
              <a:t>a</a:t>
            </a:r>
            <a:r>
              <a:rPr spc="-270" dirty="0"/>
              <a:t>n</a:t>
            </a:r>
            <a:r>
              <a:rPr sz="5100" spc="-270" dirty="0"/>
              <a:t>ce</a:t>
            </a:r>
            <a:r>
              <a:rPr sz="5100" spc="-440" dirty="0"/>
              <a:t> </a:t>
            </a:r>
            <a:r>
              <a:rPr spc="-215" dirty="0"/>
              <a:t>m</a:t>
            </a:r>
            <a:r>
              <a:rPr sz="5100" spc="-215" dirty="0"/>
              <a:t>e</a:t>
            </a:r>
            <a:r>
              <a:rPr spc="-215" dirty="0"/>
              <a:t>tri</a:t>
            </a:r>
            <a:r>
              <a:rPr sz="5100" spc="-215" dirty="0"/>
              <a:t>c</a:t>
            </a:r>
            <a:r>
              <a:rPr spc="-215" dirty="0"/>
              <a:t>s</a:t>
            </a:r>
            <a:r>
              <a:rPr spc="-409" dirty="0"/>
              <a:t> </a:t>
            </a:r>
            <a:r>
              <a:rPr sz="4850" spc="-280" dirty="0">
                <a:latin typeface="Tahoma"/>
                <a:cs typeface="Tahoma"/>
              </a:rPr>
              <a:t>(</a:t>
            </a:r>
            <a:r>
              <a:rPr sz="5100" spc="-280" dirty="0"/>
              <a:t>Tab</a:t>
            </a:r>
            <a:r>
              <a:rPr spc="-280" dirty="0"/>
              <a:t>l</a:t>
            </a:r>
            <a:r>
              <a:rPr sz="5100" spc="-280" dirty="0"/>
              <a:t>e</a:t>
            </a:r>
            <a:r>
              <a:rPr sz="5100" spc="-335" dirty="0"/>
              <a:t> </a:t>
            </a:r>
            <a:r>
              <a:rPr spc="-145" dirty="0"/>
              <a:t>form</a:t>
            </a:r>
            <a:r>
              <a:rPr sz="4850" spc="-145" dirty="0">
                <a:latin typeface="Tahoma"/>
                <a:cs typeface="Tahoma"/>
              </a:rPr>
              <a:t>):</a:t>
            </a:r>
            <a:endParaRPr sz="4850" dirty="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29019" y="2980314"/>
            <a:ext cx="769620" cy="201930"/>
            <a:chOff x="4729019" y="2980314"/>
            <a:chExt cx="769620" cy="2019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9019" y="2985392"/>
              <a:ext cx="205103" cy="19331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1790" y="2980314"/>
              <a:ext cx="418758" cy="2013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13768" y="2980321"/>
              <a:ext cx="85090" cy="201295"/>
            </a:xfrm>
            <a:custGeom>
              <a:avLst/>
              <a:gdLst/>
              <a:ahLst/>
              <a:cxnLst/>
              <a:rect l="l" t="t" r="r" b="b"/>
              <a:pathLst>
                <a:path w="85089" h="201294">
                  <a:moveTo>
                    <a:pt x="21615" y="0"/>
                  </a:moveTo>
                  <a:lnTo>
                    <a:pt x="0" y="0"/>
                  </a:lnTo>
                  <a:lnTo>
                    <a:pt x="0" y="198399"/>
                  </a:lnTo>
                  <a:lnTo>
                    <a:pt x="21615" y="198399"/>
                  </a:lnTo>
                  <a:lnTo>
                    <a:pt x="21615" y="0"/>
                  </a:lnTo>
                  <a:close/>
                </a:path>
                <a:path w="85089" h="201294">
                  <a:moveTo>
                    <a:pt x="84658" y="180644"/>
                  </a:moveTo>
                  <a:lnTo>
                    <a:pt x="83096" y="176911"/>
                  </a:lnTo>
                  <a:lnTo>
                    <a:pt x="79971" y="173913"/>
                  </a:lnTo>
                  <a:lnTo>
                    <a:pt x="76885" y="170878"/>
                  </a:lnTo>
                  <a:lnTo>
                    <a:pt x="73113" y="169354"/>
                  </a:lnTo>
                  <a:lnTo>
                    <a:pt x="64211" y="169354"/>
                  </a:lnTo>
                  <a:lnTo>
                    <a:pt x="60439" y="170878"/>
                  </a:lnTo>
                  <a:lnTo>
                    <a:pt x="54229" y="176911"/>
                  </a:lnTo>
                  <a:lnTo>
                    <a:pt x="52692" y="180644"/>
                  </a:lnTo>
                  <a:lnTo>
                    <a:pt x="52692" y="189534"/>
                  </a:lnTo>
                  <a:lnTo>
                    <a:pt x="54229" y="193294"/>
                  </a:lnTo>
                  <a:lnTo>
                    <a:pt x="60439" y="199504"/>
                  </a:lnTo>
                  <a:lnTo>
                    <a:pt x="64211" y="201066"/>
                  </a:lnTo>
                  <a:lnTo>
                    <a:pt x="73291" y="201066"/>
                  </a:lnTo>
                  <a:lnTo>
                    <a:pt x="77114" y="199504"/>
                  </a:lnTo>
                  <a:lnTo>
                    <a:pt x="80098" y="196380"/>
                  </a:lnTo>
                  <a:lnTo>
                    <a:pt x="83146" y="193294"/>
                  </a:lnTo>
                  <a:lnTo>
                    <a:pt x="84658" y="189534"/>
                  </a:lnTo>
                  <a:lnTo>
                    <a:pt x="84658" y="180644"/>
                  </a:lnTo>
                  <a:close/>
                </a:path>
                <a:path w="85089" h="201294">
                  <a:moveTo>
                    <a:pt x="84658" y="70205"/>
                  </a:moveTo>
                  <a:lnTo>
                    <a:pt x="83096" y="66484"/>
                  </a:lnTo>
                  <a:lnTo>
                    <a:pt x="79971" y="63487"/>
                  </a:lnTo>
                  <a:lnTo>
                    <a:pt x="76885" y="60439"/>
                  </a:lnTo>
                  <a:lnTo>
                    <a:pt x="73113" y="58928"/>
                  </a:lnTo>
                  <a:lnTo>
                    <a:pt x="64211" y="58928"/>
                  </a:lnTo>
                  <a:lnTo>
                    <a:pt x="60439" y="60439"/>
                  </a:lnTo>
                  <a:lnTo>
                    <a:pt x="54229" y="66484"/>
                  </a:lnTo>
                  <a:lnTo>
                    <a:pt x="52692" y="70205"/>
                  </a:lnTo>
                  <a:lnTo>
                    <a:pt x="52692" y="79108"/>
                  </a:lnTo>
                  <a:lnTo>
                    <a:pt x="54229" y="82892"/>
                  </a:lnTo>
                  <a:lnTo>
                    <a:pt x="57315" y="86017"/>
                  </a:lnTo>
                  <a:lnTo>
                    <a:pt x="60439" y="89141"/>
                  </a:lnTo>
                  <a:lnTo>
                    <a:pt x="64211" y="90703"/>
                  </a:lnTo>
                  <a:lnTo>
                    <a:pt x="73291" y="90703"/>
                  </a:lnTo>
                  <a:lnTo>
                    <a:pt x="77114" y="89141"/>
                  </a:lnTo>
                  <a:lnTo>
                    <a:pt x="80098" y="86017"/>
                  </a:lnTo>
                  <a:lnTo>
                    <a:pt x="83146" y="82892"/>
                  </a:lnTo>
                  <a:lnTo>
                    <a:pt x="84658" y="79108"/>
                  </a:lnTo>
                  <a:lnTo>
                    <a:pt x="84658" y="70205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592619" y="2980314"/>
            <a:ext cx="1206500" cy="201295"/>
            <a:chOff x="5592619" y="2980314"/>
            <a:chExt cx="1206500" cy="20129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2619" y="2984025"/>
              <a:ext cx="162455" cy="1946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78301" y="2985392"/>
              <a:ext cx="28575" cy="193675"/>
            </a:xfrm>
            <a:custGeom>
              <a:avLst/>
              <a:gdLst/>
              <a:ahLst/>
              <a:cxnLst/>
              <a:rect l="l" t="t" r="r" b="b"/>
              <a:pathLst>
                <a:path w="28575" h="193675">
                  <a:moveTo>
                    <a:pt x="25393" y="193318"/>
                  </a:moveTo>
                  <a:lnTo>
                    <a:pt x="3776" y="193318"/>
                  </a:lnTo>
                  <a:lnTo>
                    <a:pt x="3776" y="55996"/>
                  </a:lnTo>
                  <a:lnTo>
                    <a:pt x="25393" y="55996"/>
                  </a:lnTo>
                  <a:lnTo>
                    <a:pt x="25393" y="193318"/>
                  </a:lnTo>
                  <a:close/>
                </a:path>
                <a:path w="28575" h="193675">
                  <a:moveTo>
                    <a:pt x="18513" y="28519"/>
                  </a:moveTo>
                  <a:lnTo>
                    <a:pt x="10309" y="28519"/>
                  </a:lnTo>
                  <a:lnTo>
                    <a:pt x="6880" y="27151"/>
                  </a:lnTo>
                  <a:lnTo>
                    <a:pt x="4101" y="24417"/>
                  </a:lnTo>
                  <a:lnTo>
                    <a:pt x="1367" y="21638"/>
                  </a:lnTo>
                  <a:lnTo>
                    <a:pt x="0" y="18296"/>
                  </a:lnTo>
                  <a:lnTo>
                    <a:pt x="69" y="10135"/>
                  </a:lnTo>
                  <a:lnTo>
                    <a:pt x="1367" y="6901"/>
                  </a:lnTo>
                  <a:lnTo>
                    <a:pt x="4232" y="4036"/>
                  </a:lnTo>
                  <a:lnTo>
                    <a:pt x="6987" y="1345"/>
                  </a:lnTo>
                  <a:lnTo>
                    <a:pt x="10309" y="0"/>
                  </a:lnTo>
                  <a:lnTo>
                    <a:pt x="18687" y="0"/>
                  </a:lnTo>
                  <a:lnTo>
                    <a:pt x="22072" y="1345"/>
                  </a:lnTo>
                  <a:lnTo>
                    <a:pt x="24547" y="4036"/>
                  </a:lnTo>
                  <a:lnTo>
                    <a:pt x="27021" y="6684"/>
                  </a:lnTo>
                  <a:lnTo>
                    <a:pt x="28258" y="10135"/>
                  </a:lnTo>
                  <a:lnTo>
                    <a:pt x="28258" y="18296"/>
                  </a:lnTo>
                  <a:lnTo>
                    <a:pt x="26978" y="21638"/>
                  </a:lnTo>
                  <a:lnTo>
                    <a:pt x="24417" y="24417"/>
                  </a:lnTo>
                  <a:lnTo>
                    <a:pt x="21855" y="27151"/>
                  </a:lnTo>
                  <a:lnTo>
                    <a:pt x="18513" y="28519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6757" y="3038199"/>
              <a:ext cx="110365" cy="14266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0857" y="2985392"/>
              <a:ext cx="112402" cy="1959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12278" y="2980314"/>
              <a:ext cx="22225" cy="198755"/>
            </a:xfrm>
            <a:custGeom>
              <a:avLst/>
              <a:gdLst/>
              <a:ahLst/>
              <a:cxnLst/>
              <a:rect l="l" t="t" r="r" b="b"/>
              <a:pathLst>
                <a:path w="22225" h="198755">
                  <a:moveTo>
                    <a:pt x="21617" y="198397"/>
                  </a:moveTo>
                  <a:lnTo>
                    <a:pt x="0" y="198397"/>
                  </a:lnTo>
                  <a:lnTo>
                    <a:pt x="0" y="0"/>
                  </a:lnTo>
                  <a:lnTo>
                    <a:pt x="21617" y="0"/>
                  </a:lnTo>
                  <a:lnTo>
                    <a:pt x="21617" y="198397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4119" y="2985392"/>
              <a:ext cx="138168" cy="19331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29210" y="2985769"/>
              <a:ext cx="127000" cy="193040"/>
            </a:xfrm>
            <a:custGeom>
              <a:avLst/>
              <a:gdLst/>
              <a:ahLst/>
              <a:cxnLst/>
              <a:rect l="l" t="t" r="r" b="b"/>
              <a:pathLst>
                <a:path w="127000" h="193039">
                  <a:moveTo>
                    <a:pt x="126707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1280"/>
                  </a:lnTo>
                  <a:lnTo>
                    <a:pt x="0" y="101600"/>
                  </a:lnTo>
                  <a:lnTo>
                    <a:pt x="0" y="172720"/>
                  </a:lnTo>
                  <a:lnTo>
                    <a:pt x="0" y="193040"/>
                  </a:lnTo>
                  <a:lnTo>
                    <a:pt x="126707" y="193040"/>
                  </a:lnTo>
                  <a:lnTo>
                    <a:pt x="126707" y="172720"/>
                  </a:lnTo>
                  <a:lnTo>
                    <a:pt x="22987" y="172720"/>
                  </a:lnTo>
                  <a:lnTo>
                    <a:pt x="22987" y="101600"/>
                  </a:lnTo>
                  <a:lnTo>
                    <a:pt x="118960" y="101600"/>
                  </a:lnTo>
                  <a:lnTo>
                    <a:pt x="118960" y="81280"/>
                  </a:lnTo>
                  <a:lnTo>
                    <a:pt x="22987" y="81280"/>
                  </a:lnTo>
                  <a:lnTo>
                    <a:pt x="22987" y="20320"/>
                  </a:lnTo>
                  <a:lnTo>
                    <a:pt x="126707" y="20320"/>
                  </a:lnTo>
                  <a:lnTo>
                    <a:pt x="126707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1619" y="2985392"/>
              <a:ext cx="142465" cy="19331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647434" y="2985769"/>
              <a:ext cx="151765" cy="193040"/>
            </a:xfrm>
            <a:custGeom>
              <a:avLst/>
              <a:gdLst/>
              <a:ahLst/>
              <a:cxnLst/>
              <a:rect l="l" t="t" r="r" b="b"/>
              <a:pathLst>
                <a:path w="151765" h="193039">
                  <a:moveTo>
                    <a:pt x="151447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528" y="20320"/>
                  </a:lnTo>
                  <a:lnTo>
                    <a:pt x="64528" y="193040"/>
                  </a:lnTo>
                  <a:lnTo>
                    <a:pt x="87185" y="193040"/>
                  </a:lnTo>
                  <a:lnTo>
                    <a:pt x="87185" y="20320"/>
                  </a:lnTo>
                  <a:lnTo>
                    <a:pt x="151447" y="20320"/>
                  </a:lnTo>
                  <a:lnTo>
                    <a:pt x="151447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875319" y="2980314"/>
            <a:ext cx="1250315" cy="201930"/>
            <a:chOff x="6875319" y="2980314"/>
            <a:chExt cx="1250315" cy="201930"/>
          </a:xfrm>
        </p:grpSpPr>
        <p:sp>
          <p:nvSpPr>
            <p:cNvPr id="18" name="object 18"/>
            <p:cNvSpPr/>
            <p:nvPr/>
          </p:nvSpPr>
          <p:spPr>
            <a:xfrm>
              <a:off x="6875310" y="2985401"/>
              <a:ext cx="175895" cy="193675"/>
            </a:xfrm>
            <a:custGeom>
              <a:avLst/>
              <a:gdLst/>
              <a:ahLst/>
              <a:cxnLst/>
              <a:rect l="l" t="t" r="r" b="b"/>
              <a:pathLst>
                <a:path w="175895" h="193675">
                  <a:moveTo>
                    <a:pt x="123786" y="368"/>
                  </a:moveTo>
                  <a:lnTo>
                    <a:pt x="0" y="368"/>
                  </a:lnTo>
                  <a:lnTo>
                    <a:pt x="0" y="20688"/>
                  </a:lnTo>
                  <a:lnTo>
                    <a:pt x="0" y="86728"/>
                  </a:lnTo>
                  <a:lnTo>
                    <a:pt x="0" y="107048"/>
                  </a:lnTo>
                  <a:lnTo>
                    <a:pt x="0" y="193408"/>
                  </a:lnTo>
                  <a:lnTo>
                    <a:pt x="22402" y="193408"/>
                  </a:lnTo>
                  <a:lnTo>
                    <a:pt x="22402" y="107048"/>
                  </a:lnTo>
                  <a:lnTo>
                    <a:pt x="115506" y="107048"/>
                  </a:lnTo>
                  <a:lnTo>
                    <a:pt x="115506" y="86728"/>
                  </a:lnTo>
                  <a:lnTo>
                    <a:pt x="22402" y="86728"/>
                  </a:lnTo>
                  <a:lnTo>
                    <a:pt x="22402" y="20688"/>
                  </a:lnTo>
                  <a:lnTo>
                    <a:pt x="123786" y="20688"/>
                  </a:lnTo>
                  <a:lnTo>
                    <a:pt x="123786" y="368"/>
                  </a:lnTo>
                  <a:close/>
                </a:path>
                <a:path w="175895" h="193675">
                  <a:moveTo>
                    <a:pt x="172974" y="55994"/>
                  </a:moveTo>
                  <a:lnTo>
                    <a:pt x="151358" y="55994"/>
                  </a:lnTo>
                  <a:lnTo>
                    <a:pt x="151358" y="193319"/>
                  </a:lnTo>
                  <a:lnTo>
                    <a:pt x="172974" y="193319"/>
                  </a:lnTo>
                  <a:lnTo>
                    <a:pt x="172974" y="55994"/>
                  </a:lnTo>
                  <a:close/>
                </a:path>
                <a:path w="175895" h="193675">
                  <a:moveTo>
                    <a:pt x="175844" y="10134"/>
                  </a:moveTo>
                  <a:lnTo>
                    <a:pt x="174612" y="6680"/>
                  </a:lnTo>
                  <a:lnTo>
                    <a:pt x="172135" y="4038"/>
                  </a:lnTo>
                  <a:lnTo>
                    <a:pt x="169659" y="1346"/>
                  </a:lnTo>
                  <a:lnTo>
                    <a:pt x="166268" y="0"/>
                  </a:lnTo>
                  <a:lnTo>
                    <a:pt x="157899" y="0"/>
                  </a:lnTo>
                  <a:lnTo>
                    <a:pt x="147586" y="18288"/>
                  </a:lnTo>
                  <a:lnTo>
                    <a:pt x="148958" y="21640"/>
                  </a:lnTo>
                  <a:lnTo>
                    <a:pt x="151688" y="24409"/>
                  </a:lnTo>
                  <a:lnTo>
                    <a:pt x="154470" y="27152"/>
                  </a:lnTo>
                  <a:lnTo>
                    <a:pt x="157899" y="28511"/>
                  </a:lnTo>
                  <a:lnTo>
                    <a:pt x="166103" y="28511"/>
                  </a:lnTo>
                  <a:lnTo>
                    <a:pt x="169443" y="27152"/>
                  </a:lnTo>
                  <a:lnTo>
                    <a:pt x="171996" y="24409"/>
                  </a:lnTo>
                  <a:lnTo>
                    <a:pt x="174561" y="21640"/>
                  </a:lnTo>
                  <a:lnTo>
                    <a:pt x="175844" y="18288"/>
                  </a:lnTo>
                  <a:lnTo>
                    <a:pt x="175844" y="10134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76957" y="3038199"/>
              <a:ext cx="117071" cy="14051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22390" y="3037938"/>
              <a:ext cx="126658" cy="14344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368210" y="3092567"/>
              <a:ext cx="72390" cy="17780"/>
            </a:xfrm>
            <a:custGeom>
              <a:avLst/>
              <a:gdLst/>
              <a:ahLst/>
              <a:cxnLst/>
              <a:rect l="l" t="t" r="r" b="b"/>
              <a:pathLst>
                <a:path w="72390" h="17780">
                  <a:moveTo>
                    <a:pt x="72274" y="17645"/>
                  </a:moveTo>
                  <a:lnTo>
                    <a:pt x="0" y="17645"/>
                  </a:lnTo>
                  <a:lnTo>
                    <a:pt x="0" y="0"/>
                  </a:lnTo>
                  <a:lnTo>
                    <a:pt x="72274" y="0"/>
                  </a:lnTo>
                  <a:lnTo>
                    <a:pt x="72274" y="17645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72157" y="2996071"/>
              <a:ext cx="204471" cy="18530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11957" y="3037938"/>
              <a:ext cx="259391" cy="14344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97090" y="2980314"/>
              <a:ext cx="128010" cy="201327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8208497" y="2978425"/>
            <a:ext cx="314325" cy="203835"/>
            <a:chOff x="8208497" y="2978425"/>
            <a:chExt cx="314325" cy="203835"/>
          </a:xfrm>
        </p:grpSpPr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208497" y="2978425"/>
              <a:ext cx="215149" cy="20321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48557" y="3038459"/>
              <a:ext cx="73837" cy="140251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8602519" y="2985392"/>
            <a:ext cx="727710" cy="250190"/>
            <a:chOff x="8602519" y="2985392"/>
            <a:chExt cx="727710" cy="250190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02519" y="2985392"/>
              <a:ext cx="138168" cy="19331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775501" y="2985392"/>
              <a:ext cx="28575" cy="193675"/>
            </a:xfrm>
            <a:custGeom>
              <a:avLst/>
              <a:gdLst/>
              <a:ahLst/>
              <a:cxnLst/>
              <a:rect l="l" t="t" r="r" b="b"/>
              <a:pathLst>
                <a:path w="28575" h="193675">
                  <a:moveTo>
                    <a:pt x="25393" y="193318"/>
                  </a:moveTo>
                  <a:lnTo>
                    <a:pt x="3776" y="193318"/>
                  </a:lnTo>
                  <a:lnTo>
                    <a:pt x="3776" y="55996"/>
                  </a:lnTo>
                  <a:lnTo>
                    <a:pt x="25393" y="55996"/>
                  </a:lnTo>
                  <a:lnTo>
                    <a:pt x="25393" y="193318"/>
                  </a:lnTo>
                  <a:close/>
                </a:path>
                <a:path w="28575" h="193675">
                  <a:moveTo>
                    <a:pt x="18513" y="28519"/>
                  </a:moveTo>
                  <a:lnTo>
                    <a:pt x="10309" y="28519"/>
                  </a:lnTo>
                  <a:lnTo>
                    <a:pt x="6880" y="27151"/>
                  </a:lnTo>
                  <a:lnTo>
                    <a:pt x="4101" y="24417"/>
                  </a:lnTo>
                  <a:lnTo>
                    <a:pt x="1367" y="21638"/>
                  </a:lnTo>
                  <a:lnTo>
                    <a:pt x="0" y="18296"/>
                  </a:lnTo>
                  <a:lnTo>
                    <a:pt x="69" y="10135"/>
                  </a:lnTo>
                  <a:lnTo>
                    <a:pt x="1367" y="6901"/>
                  </a:lnTo>
                  <a:lnTo>
                    <a:pt x="4232" y="4036"/>
                  </a:lnTo>
                  <a:lnTo>
                    <a:pt x="6987" y="1345"/>
                  </a:lnTo>
                  <a:lnTo>
                    <a:pt x="10309" y="0"/>
                  </a:lnTo>
                  <a:lnTo>
                    <a:pt x="18687" y="0"/>
                  </a:lnTo>
                  <a:lnTo>
                    <a:pt x="22072" y="1345"/>
                  </a:lnTo>
                  <a:lnTo>
                    <a:pt x="24547" y="4036"/>
                  </a:lnTo>
                  <a:lnTo>
                    <a:pt x="27021" y="6684"/>
                  </a:lnTo>
                  <a:lnTo>
                    <a:pt x="28258" y="10135"/>
                  </a:lnTo>
                  <a:lnTo>
                    <a:pt x="28258" y="18296"/>
                  </a:lnTo>
                  <a:lnTo>
                    <a:pt x="26978" y="21638"/>
                  </a:lnTo>
                  <a:lnTo>
                    <a:pt x="24417" y="24417"/>
                  </a:lnTo>
                  <a:lnTo>
                    <a:pt x="21855" y="27151"/>
                  </a:lnTo>
                  <a:lnTo>
                    <a:pt x="18513" y="28519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29557" y="3037938"/>
              <a:ext cx="251425" cy="14370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08957" y="3038459"/>
              <a:ext cx="220820" cy="196834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9390634" y="2985769"/>
            <a:ext cx="519430" cy="196215"/>
          </a:xfrm>
          <a:custGeom>
            <a:avLst/>
            <a:gdLst/>
            <a:ahLst/>
            <a:cxnLst/>
            <a:rect l="l" t="t" r="r" b="b"/>
            <a:pathLst>
              <a:path w="519429" h="196214">
                <a:moveTo>
                  <a:pt x="151447" y="0"/>
                </a:moveTo>
                <a:lnTo>
                  <a:pt x="0" y="0"/>
                </a:lnTo>
                <a:lnTo>
                  <a:pt x="0" y="20320"/>
                </a:lnTo>
                <a:lnTo>
                  <a:pt x="64528" y="20320"/>
                </a:lnTo>
                <a:lnTo>
                  <a:pt x="64528" y="193040"/>
                </a:lnTo>
                <a:lnTo>
                  <a:pt x="87185" y="193040"/>
                </a:lnTo>
                <a:lnTo>
                  <a:pt x="87185" y="20320"/>
                </a:lnTo>
                <a:lnTo>
                  <a:pt x="151447" y="20320"/>
                </a:lnTo>
                <a:lnTo>
                  <a:pt x="151447" y="0"/>
                </a:lnTo>
                <a:close/>
              </a:path>
              <a:path w="519429" h="196214">
                <a:moveTo>
                  <a:pt x="295211" y="116700"/>
                </a:moveTo>
                <a:lnTo>
                  <a:pt x="280022" y="73253"/>
                </a:lnTo>
                <a:lnTo>
                  <a:pt x="278472" y="71640"/>
                </a:lnTo>
                <a:lnTo>
                  <a:pt x="274091" y="67068"/>
                </a:lnTo>
                <a:lnTo>
                  <a:pt x="273646" y="66738"/>
                </a:lnTo>
                <a:lnTo>
                  <a:pt x="273646" y="110578"/>
                </a:lnTo>
                <a:lnTo>
                  <a:pt x="191325" y="110578"/>
                </a:lnTo>
                <a:lnTo>
                  <a:pt x="217970" y="73558"/>
                </a:lnTo>
                <a:lnTo>
                  <a:pt x="225005" y="71640"/>
                </a:lnTo>
                <a:lnTo>
                  <a:pt x="239928" y="71640"/>
                </a:lnTo>
                <a:lnTo>
                  <a:pt x="246468" y="73253"/>
                </a:lnTo>
                <a:lnTo>
                  <a:pt x="252412" y="76466"/>
                </a:lnTo>
                <a:lnTo>
                  <a:pt x="258406" y="79629"/>
                </a:lnTo>
                <a:lnTo>
                  <a:pt x="263271" y="84150"/>
                </a:lnTo>
                <a:lnTo>
                  <a:pt x="270738" y="95859"/>
                </a:lnTo>
                <a:lnTo>
                  <a:pt x="272948" y="102717"/>
                </a:lnTo>
                <a:lnTo>
                  <a:pt x="272986" y="103238"/>
                </a:lnTo>
                <a:lnTo>
                  <a:pt x="273646" y="110578"/>
                </a:lnTo>
                <a:lnTo>
                  <a:pt x="273646" y="66738"/>
                </a:lnTo>
                <a:lnTo>
                  <a:pt x="267195" y="61810"/>
                </a:lnTo>
                <a:lnTo>
                  <a:pt x="259549" y="57594"/>
                </a:lnTo>
                <a:lnTo>
                  <a:pt x="251269" y="54584"/>
                </a:lnTo>
                <a:lnTo>
                  <a:pt x="242138" y="52730"/>
                </a:lnTo>
                <a:lnTo>
                  <a:pt x="241655" y="52730"/>
                </a:lnTo>
                <a:lnTo>
                  <a:pt x="232816" y="52171"/>
                </a:lnTo>
                <a:lnTo>
                  <a:pt x="192557" y="66001"/>
                </a:lnTo>
                <a:lnTo>
                  <a:pt x="170586" y="103238"/>
                </a:lnTo>
                <a:lnTo>
                  <a:pt x="168554" y="122821"/>
                </a:lnTo>
                <a:lnTo>
                  <a:pt x="169062" y="133311"/>
                </a:lnTo>
                <a:lnTo>
                  <a:pt x="186778" y="175641"/>
                </a:lnTo>
                <a:lnTo>
                  <a:pt x="225247" y="195046"/>
                </a:lnTo>
                <a:lnTo>
                  <a:pt x="234708" y="195618"/>
                </a:lnTo>
                <a:lnTo>
                  <a:pt x="241846" y="195313"/>
                </a:lnTo>
                <a:lnTo>
                  <a:pt x="280974" y="176669"/>
                </a:lnTo>
                <a:lnTo>
                  <a:pt x="286143" y="170700"/>
                </a:lnTo>
                <a:lnTo>
                  <a:pt x="290068" y="163449"/>
                </a:lnTo>
                <a:lnTo>
                  <a:pt x="292582" y="155117"/>
                </a:lnTo>
                <a:lnTo>
                  <a:pt x="273126" y="149517"/>
                </a:lnTo>
                <a:lnTo>
                  <a:pt x="270256" y="158369"/>
                </a:lnTo>
                <a:lnTo>
                  <a:pt x="265760" y="165125"/>
                </a:lnTo>
                <a:lnTo>
                  <a:pt x="253517" y="174371"/>
                </a:lnTo>
                <a:lnTo>
                  <a:pt x="245833" y="176669"/>
                </a:lnTo>
                <a:lnTo>
                  <a:pt x="236588" y="176669"/>
                </a:lnTo>
                <a:lnTo>
                  <a:pt x="199847" y="159308"/>
                </a:lnTo>
                <a:lnTo>
                  <a:pt x="191528" y="127381"/>
                </a:lnTo>
                <a:lnTo>
                  <a:pt x="294995" y="127381"/>
                </a:lnTo>
                <a:lnTo>
                  <a:pt x="295097" y="122821"/>
                </a:lnTo>
                <a:lnTo>
                  <a:pt x="295211" y="116700"/>
                </a:lnTo>
                <a:close/>
              </a:path>
              <a:path w="519429" h="196214">
                <a:moveTo>
                  <a:pt x="425323" y="55626"/>
                </a:moveTo>
                <a:lnTo>
                  <a:pt x="398170" y="55626"/>
                </a:lnTo>
                <a:lnTo>
                  <a:pt x="364832" y="105498"/>
                </a:lnTo>
                <a:lnTo>
                  <a:pt x="364502" y="105498"/>
                </a:lnTo>
                <a:lnTo>
                  <a:pt x="331749" y="55626"/>
                </a:lnTo>
                <a:lnTo>
                  <a:pt x="304533" y="55626"/>
                </a:lnTo>
                <a:lnTo>
                  <a:pt x="351739" y="123863"/>
                </a:lnTo>
                <a:lnTo>
                  <a:pt x="302387" y="192951"/>
                </a:lnTo>
                <a:lnTo>
                  <a:pt x="330123" y="192951"/>
                </a:lnTo>
                <a:lnTo>
                  <a:pt x="363982" y="142290"/>
                </a:lnTo>
                <a:lnTo>
                  <a:pt x="364248" y="142290"/>
                </a:lnTo>
                <a:lnTo>
                  <a:pt x="397840" y="192951"/>
                </a:lnTo>
                <a:lnTo>
                  <a:pt x="424802" y="192951"/>
                </a:lnTo>
                <a:lnTo>
                  <a:pt x="377075" y="124447"/>
                </a:lnTo>
                <a:lnTo>
                  <a:pt x="425323" y="55626"/>
                </a:lnTo>
                <a:close/>
              </a:path>
              <a:path w="519429" h="196214">
                <a:moveTo>
                  <a:pt x="519188" y="55626"/>
                </a:moveTo>
                <a:lnTo>
                  <a:pt x="487146" y="55626"/>
                </a:lnTo>
                <a:lnTo>
                  <a:pt x="487146" y="10312"/>
                </a:lnTo>
                <a:lnTo>
                  <a:pt x="465594" y="10312"/>
                </a:lnTo>
                <a:lnTo>
                  <a:pt x="465594" y="55626"/>
                </a:lnTo>
                <a:lnTo>
                  <a:pt x="443712" y="55626"/>
                </a:lnTo>
                <a:lnTo>
                  <a:pt x="443712" y="72682"/>
                </a:lnTo>
                <a:lnTo>
                  <a:pt x="465594" y="72682"/>
                </a:lnTo>
                <a:lnTo>
                  <a:pt x="465594" y="158826"/>
                </a:lnTo>
                <a:lnTo>
                  <a:pt x="466153" y="167576"/>
                </a:lnTo>
                <a:lnTo>
                  <a:pt x="500240" y="195618"/>
                </a:lnTo>
                <a:lnTo>
                  <a:pt x="507695" y="195618"/>
                </a:lnTo>
                <a:lnTo>
                  <a:pt x="513651" y="194640"/>
                </a:lnTo>
                <a:lnTo>
                  <a:pt x="518071" y="192684"/>
                </a:lnTo>
                <a:lnTo>
                  <a:pt x="518071" y="174840"/>
                </a:lnTo>
                <a:lnTo>
                  <a:pt x="513816" y="176085"/>
                </a:lnTo>
                <a:lnTo>
                  <a:pt x="507530" y="176999"/>
                </a:lnTo>
                <a:lnTo>
                  <a:pt x="499719" y="176999"/>
                </a:lnTo>
                <a:lnTo>
                  <a:pt x="495173" y="175209"/>
                </a:lnTo>
                <a:lnTo>
                  <a:pt x="488759" y="168097"/>
                </a:lnTo>
                <a:lnTo>
                  <a:pt x="487146" y="162763"/>
                </a:lnTo>
                <a:lnTo>
                  <a:pt x="487146" y="72682"/>
                </a:lnTo>
                <a:lnTo>
                  <a:pt x="519188" y="72682"/>
                </a:lnTo>
                <a:lnTo>
                  <a:pt x="519188" y="55626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9981220" y="2978425"/>
            <a:ext cx="1530985" cy="203835"/>
            <a:chOff x="9981220" y="2978425"/>
            <a:chExt cx="1530985" cy="203835"/>
          </a:xfrm>
        </p:grpSpPr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81220" y="2982202"/>
              <a:ext cx="167208" cy="19943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76278" y="2978425"/>
              <a:ext cx="1335750" cy="203215"/>
            </a:xfrm>
            <a:prstGeom prst="rect">
              <a:avLst/>
            </a:prstGeom>
          </p:spPr>
        </p:pic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1714322" y="3376727"/>
          <a:ext cx="12801600" cy="316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7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</a:t>
                      </a:r>
                      <a:r>
                        <a:rPr sz="2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tri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1D3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5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</a:t>
                      </a:r>
                      <a:r>
                        <a:rPr sz="26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25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26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tion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1D3A6E"/>
                    </a:solidFill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2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1D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50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Accuracy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116840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~92</a:t>
                      </a:r>
                      <a:r>
                        <a:rPr sz="2350" spc="-10" dirty="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4%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123190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~91</a:t>
                      </a:r>
                      <a:r>
                        <a:rPr sz="2350" spc="-10" dirty="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8%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123190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E7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2500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Precision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117475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~91</a:t>
                      </a:r>
                      <a:r>
                        <a:rPr sz="2350" spc="-10" dirty="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7%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123825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~91</a:t>
                      </a:r>
                      <a:r>
                        <a:rPr sz="2350" spc="-10" dirty="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2%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123825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250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Recall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118745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~93</a:t>
                      </a:r>
                      <a:r>
                        <a:rPr sz="2350" spc="-10" dirty="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1%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125095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~92</a:t>
                      </a:r>
                      <a:r>
                        <a:rPr sz="2350" spc="-10" dirty="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4%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125095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E7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500" spc="-40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2450" spc="-40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450" spc="-18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Score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~92</a:t>
                      </a:r>
                      <a:r>
                        <a:rPr sz="2350" spc="-10" dirty="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4%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~91</a:t>
                      </a:r>
                      <a:r>
                        <a:rPr sz="2350" spc="-10" dirty="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24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8%</a:t>
                      </a:r>
                      <a:endParaRPr sz="2450" dirty="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lnL w="28575">
                      <a:solidFill>
                        <a:srgbClr val="AABACC"/>
                      </a:solidFill>
                      <a:prstDash val="solid"/>
                    </a:lnL>
                    <a:lnR w="28575">
                      <a:solidFill>
                        <a:srgbClr val="AABACC"/>
                      </a:solidFill>
                      <a:prstDash val="solid"/>
                    </a:lnR>
                    <a:lnT w="28575">
                      <a:solidFill>
                        <a:srgbClr val="AABACC"/>
                      </a:solidFill>
                      <a:prstDash val="solid"/>
                    </a:lnT>
                    <a:lnB w="28575">
                      <a:solidFill>
                        <a:srgbClr val="AABACC"/>
                      </a:solidFill>
                      <a:prstDash val="solid"/>
                    </a:lnB>
                    <a:solidFill>
                      <a:srgbClr val="F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731305" y="6872343"/>
            <a:ext cx="96511" cy="91504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4890820" y="6890905"/>
            <a:ext cx="233045" cy="160655"/>
          </a:xfrm>
          <a:custGeom>
            <a:avLst/>
            <a:gdLst/>
            <a:ahLst/>
            <a:cxnLst/>
            <a:rect l="l" t="t" r="r" b="b"/>
            <a:pathLst>
              <a:path w="233045" h="160654">
                <a:moveTo>
                  <a:pt x="100190" y="3924"/>
                </a:moveTo>
                <a:lnTo>
                  <a:pt x="0" y="3924"/>
                </a:lnTo>
                <a:lnTo>
                  <a:pt x="0" y="20434"/>
                </a:lnTo>
                <a:lnTo>
                  <a:pt x="0" y="75044"/>
                </a:lnTo>
                <a:lnTo>
                  <a:pt x="0" y="90284"/>
                </a:lnTo>
                <a:lnTo>
                  <a:pt x="0" y="160134"/>
                </a:lnTo>
                <a:lnTo>
                  <a:pt x="18122" y="160134"/>
                </a:lnTo>
                <a:lnTo>
                  <a:pt x="18122" y="90284"/>
                </a:lnTo>
                <a:lnTo>
                  <a:pt x="93497" y="90284"/>
                </a:lnTo>
                <a:lnTo>
                  <a:pt x="93497" y="75044"/>
                </a:lnTo>
                <a:lnTo>
                  <a:pt x="18122" y="75044"/>
                </a:lnTo>
                <a:lnTo>
                  <a:pt x="18122" y="20434"/>
                </a:lnTo>
                <a:lnTo>
                  <a:pt x="100190" y="20434"/>
                </a:lnTo>
                <a:lnTo>
                  <a:pt x="100190" y="3924"/>
                </a:lnTo>
                <a:close/>
              </a:path>
              <a:path w="233045" h="160654">
                <a:moveTo>
                  <a:pt x="143649" y="49441"/>
                </a:moveTo>
                <a:lnTo>
                  <a:pt x="126149" y="49441"/>
                </a:lnTo>
                <a:lnTo>
                  <a:pt x="126149" y="160604"/>
                </a:lnTo>
                <a:lnTo>
                  <a:pt x="143649" y="160604"/>
                </a:lnTo>
                <a:lnTo>
                  <a:pt x="143649" y="49441"/>
                </a:lnTo>
                <a:close/>
              </a:path>
              <a:path w="233045" h="160654">
                <a:moveTo>
                  <a:pt x="145973" y="12319"/>
                </a:moveTo>
                <a:lnTo>
                  <a:pt x="144970" y="9525"/>
                </a:lnTo>
                <a:lnTo>
                  <a:pt x="140957" y="5194"/>
                </a:lnTo>
                <a:lnTo>
                  <a:pt x="138226" y="4114"/>
                </a:lnTo>
                <a:lnTo>
                  <a:pt x="131445" y="4114"/>
                </a:lnTo>
                <a:lnTo>
                  <a:pt x="128752" y="5194"/>
                </a:lnTo>
                <a:lnTo>
                  <a:pt x="124206" y="9702"/>
                </a:lnTo>
                <a:lnTo>
                  <a:pt x="123151" y="12319"/>
                </a:lnTo>
                <a:lnTo>
                  <a:pt x="123088" y="18923"/>
                </a:lnTo>
                <a:lnTo>
                  <a:pt x="124206" y="21628"/>
                </a:lnTo>
                <a:lnTo>
                  <a:pt x="126415" y="23876"/>
                </a:lnTo>
                <a:lnTo>
                  <a:pt x="128663" y="26085"/>
                </a:lnTo>
                <a:lnTo>
                  <a:pt x="131445" y="27190"/>
                </a:lnTo>
                <a:lnTo>
                  <a:pt x="138074" y="27190"/>
                </a:lnTo>
                <a:lnTo>
                  <a:pt x="140792" y="26085"/>
                </a:lnTo>
                <a:lnTo>
                  <a:pt x="144932" y="21628"/>
                </a:lnTo>
                <a:lnTo>
                  <a:pt x="145973" y="18923"/>
                </a:lnTo>
                <a:lnTo>
                  <a:pt x="145973" y="12319"/>
                </a:lnTo>
                <a:close/>
              </a:path>
              <a:path w="233045" h="160654">
                <a:moveTo>
                  <a:pt x="181749" y="0"/>
                </a:moveTo>
                <a:lnTo>
                  <a:pt x="164249" y="0"/>
                </a:lnTo>
                <a:lnTo>
                  <a:pt x="164249" y="160604"/>
                </a:lnTo>
                <a:lnTo>
                  <a:pt x="181749" y="160604"/>
                </a:lnTo>
                <a:lnTo>
                  <a:pt x="181749" y="0"/>
                </a:lnTo>
                <a:close/>
              </a:path>
              <a:path w="233045" h="160654">
                <a:moveTo>
                  <a:pt x="232549" y="0"/>
                </a:moveTo>
                <a:lnTo>
                  <a:pt x="215049" y="0"/>
                </a:lnTo>
                <a:lnTo>
                  <a:pt x="215049" y="160604"/>
                </a:lnTo>
                <a:lnTo>
                  <a:pt x="232549" y="160604"/>
                </a:lnTo>
                <a:lnTo>
                  <a:pt x="232549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191720" y="6895008"/>
            <a:ext cx="135507" cy="156495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5406566" y="6890897"/>
            <a:ext cx="555625" cy="163195"/>
            <a:chOff x="5406566" y="6890897"/>
            <a:chExt cx="555625" cy="163195"/>
          </a:xfrm>
        </p:grpSpPr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406566" y="6903653"/>
              <a:ext cx="390562" cy="15022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25666" y="6937545"/>
              <a:ext cx="94139" cy="11633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944077" y="6890897"/>
              <a:ext cx="17780" cy="160655"/>
            </a:xfrm>
            <a:custGeom>
              <a:avLst/>
              <a:gdLst/>
              <a:ahLst/>
              <a:cxnLst/>
              <a:rect l="l" t="t" r="r" b="b"/>
              <a:pathLst>
                <a:path w="17779" h="160654">
                  <a:moveTo>
                    <a:pt x="17499" y="160607"/>
                  </a:moveTo>
                  <a:lnTo>
                    <a:pt x="0" y="160607"/>
                  </a:lnTo>
                  <a:lnTo>
                    <a:pt x="0" y="0"/>
                  </a:lnTo>
                  <a:lnTo>
                    <a:pt x="17499" y="0"/>
                  </a:lnTo>
                  <a:lnTo>
                    <a:pt x="17499" y="16060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5" name="object 4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032555" y="6889368"/>
            <a:ext cx="1315253" cy="164507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7419804" y="6880724"/>
            <a:ext cx="2104390" cy="217170"/>
            <a:chOff x="7419804" y="6880724"/>
            <a:chExt cx="2104390" cy="217170"/>
          </a:xfrm>
        </p:grpSpPr>
        <p:pic>
          <p:nvPicPr>
            <p:cNvPr id="47" name="object 4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419804" y="6895008"/>
              <a:ext cx="1471801" cy="2023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915877" y="6890897"/>
              <a:ext cx="17780" cy="160655"/>
            </a:xfrm>
            <a:custGeom>
              <a:avLst/>
              <a:gdLst/>
              <a:ahLst/>
              <a:cxnLst/>
              <a:rect l="l" t="t" r="r" b="b"/>
              <a:pathLst>
                <a:path w="17779" h="160654">
                  <a:moveTo>
                    <a:pt x="17499" y="160607"/>
                  </a:moveTo>
                  <a:lnTo>
                    <a:pt x="0" y="160607"/>
                  </a:lnTo>
                  <a:lnTo>
                    <a:pt x="0" y="0"/>
                  </a:lnTo>
                  <a:lnTo>
                    <a:pt x="17499" y="0"/>
                  </a:lnTo>
                  <a:lnTo>
                    <a:pt x="17499" y="16060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966044" y="6903653"/>
              <a:ext cx="401904" cy="15022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394203" y="6880732"/>
              <a:ext cx="129539" cy="196850"/>
            </a:xfrm>
            <a:custGeom>
              <a:avLst/>
              <a:gdLst/>
              <a:ahLst/>
              <a:cxnLst/>
              <a:rect l="l" t="t" r="r" b="b"/>
              <a:pathLst>
                <a:path w="129540" h="196850">
                  <a:moveTo>
                    <a:pt x="50495" y="0"/>
                  </a:moveTo>
                  <a:lnTo>
                    <a:pt x="33680" y="0"/>
                  </a:lnTo>
                  <a:lnTo>
                    <a:pt x="25946" y="10045"/>
                  </a:lnTo>
                  <a:lnTo>
                    <a:pt x="8597" y="44170"/>
                  </a:lnTo>
                  <a:lnTo>
                    <a:pt x="533" y="83858"/>
                  </a:lnTo>
                  <a:lnTo>
                    <a:pt x="0" y="98247"/>
                  </a:lnTo>
                  <a:lnTo>
                    <a:pt x="533" y="112534"/>
                  </a:lnTo>
                  <a:lnTo>
                    <a:pt x="8483" y="152019"/>
                  </a:lnTo>
                  <a:lnTo>
                    <a:pt x="25857" y="186385"/>
                  </a:lnTo>
                  <a:lnTo>
                    <a:pt x="33680" y="196710"/>
                  </a:lnTo>
                  <a:lnTo>
                    <a:pt x="50495" y="196710"/>
                  </a:lnTo>
                  <a:lnTo>
                    <a:pt x="42989" y="186029"/>
                  </a:lnTo>
                  <a:lnTo>
                    <a:pt x="36410" y="174891"/>
                  </a:lnTo>
                  <a:lnTo>
                    <a:pt x="22402" y="138772"/>
                  </a:lnTo>
                  <a:lnTo>
                    <a:pt x="17665" y="98247"/>
                  </a:lnTo>
                  <a:lnTo>
                    <a:pt x="18186" y="84366"/>
                  </a:lnTo>
                  <a:lnTo>
                    <a:pt x="26098" y="45694"/>
                  </a:lnTo>
                  <a:lnTo>
                    <a:pt x="42989" y="10883"/>
                  </a:lnTo>
                  <a:lnTo>
                    <a:pt x="50495" y="0"/>
                  </a:lnTo>
                  <a:close/>
                </a:path>
                <a:path w="129540" h="196850">
                  <a:moveTo>
                    <a:pt x="129489" y="98247"/>
                  </a:moveTo>
                  <a:lnTo>
                    <a:pt x="124625" y="57010"/>
                  </a:lnTo>
                  <a:lnTo>
                    <a:pt x="110312" y="20929"/>
                  </a:lnTo>
                  <a:lnTo>
                    <a:pt x="96012" y="0"/>
                  </a:lnTo>
                  <a:lnTo>
                    <a:pt x="78943" y="0"/>
                  </a:lnTo>
                  <a:lnTo>
                    <a:pt x="86537" y="10883"/>
                  </a:lnTo>
                  <a:lnTo>
                    <a:pt x="93154" y="22148"/>
                  </a:lnTo>
                  <a:lnTo>
                    <a:pt x="107099" y="58229"/>
                  </a:lnTo>
                  <a:lnTo>
                    <a:pt x="111772" y="98247"/>
                  </a:lnTo>
                  <a:lnTo>
                    <a:pt x="111252" y="112242"/>
                  </a:lnTo>
                  <a:lnTo>
                    <a:pt x="103454" y="151066"/>
                  </a:lnTo>
                  <a:lnTo>
                    <a:pt x="86537" y="185839"/>
                  </a:lnTo>
                  <a:lnTo>
                    <a:pt x="78943" y="196710"/>
                  </a:lnTo>
                  <a:lnTo>
                    <a:pt x="96012" y="196710"/>
                  </a:lnTo>
                  <a:lnTo>
                    <a:pt x="120840" y="152323"/>
                  </a:lnTo>
                  <a:lnTo>
                    <a:pt x="128943" y="112636"/>
                  </a:lnTo>
                  <a:lnTo>
                    <a:pt x="129489" y="9824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9595615" y="6889368"/>
            <a:ext cx="1913255" cy="207645"/>
            <a:chOff x="9595615" y="6889368"/>
            <a:chExt cx="1913255" cy="207645"/>
          </a:xfrm>
        </p:grpSpPr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595615" y="6889368"/>
              <a:ext cx="1856649" cy="20725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1482806" y="7027995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4">
                  <a:moveTo>
                    <a:pt x="16674" y="25669"/>
                  </a:moveTo>
                  <a:lnTo>
                    <a:pt x="12913" y="25669"/>
                  </a:lnTo>
                  <a:lnTo>
                    <a:pt x="9329" y="25669"/>
                  </a:lnTo>
                  <a:lnTo>
                    <a:pt x="6272" y="24404"/>
                  </a:lnTo>
                  <a:lnTo>
                    <a:pt x="1247" y="19379"/>
                  </a:lnTo>
                  <a:lnTo>
                    <a:pt x="0" y="16340"/>
                  </a:lnTo>
                  <a:lnTo>
                    <a:pt x="0" y="9136"/>
                  </a:lnTo>
                  <a:lnTo>
                    <a:pt x="1247" y="6114"/>
                  </a:lnTo>
                  <a:lnTo>
                    <a:pt x="6272" y="1229"/>
                  </a:lnTo>
                  <a:lnTo>
                    <a:pt x="9329" y="0"/>
                  </a:lnTo>
                  <a:lnTo>
                    <a:pt x="16533" y="0"/>
                  </a:lnTo>
                  <a:lnTo>
                    <a:pt x="19590" y="1229"/>
                  </a:lnTo>
                  <a:lnTo>
                    <a:pt x="24615" y="6114"/>
                  </a:lnTo>
                  <a:lnTo>
                    <a:pt x="25880" y="9136"/>
                  </a:lnTo>
                  <a:lnTo>
                    <a:pt x="25880" y="16340"/>
                  </a:lnTo>
                  <a:lnTo>
                    <a:pt x="24650" y="19379"/>
                  </a:lnTo>
                  <a:lnTo>
                    <a:pt x="19766" y="24404"/>
                  </a:lnTo>
                  <a:lnTo>
                    <a:pt x="16674" y="2566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574800" y="7257250"/>
            <a:ext cx="1107186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spc="-165" dirty="0">
                <a:solidFill>
                  <a:srgbClr val="1D3A6E"/>
                </a:solidFill>
                <a:latin typeface="Arial"/>
                <a:cs typeface="Arial"/>
              </a:rPr>
              <a:t>E</a:t>
            </a:r>
            <a:r>
              <a:rPr sz="2250" b="1" spc="-165" dirty="0">
                <a:solidFill>
                  <a:srgbClr val="1D3A6E"/>
                </a:solidFill>
                <a:latin typeface="Arial"/>
                <a:cs typeface="Arial"/>
              </a:rPr>
              <a:t>v</a:t>
            </a:r>
            <a:r>
              <a:rPr sz="2150" b="1" spc="-165" dirty="0">
                <a:solidFill>
                  <a:srgbClr val="1D3A6E"/>
                </a:solidFill>
                <a:latin typeface="Arial"/>
                <a:cs typeface="Arial"/>
              </a:rPr>
              <a:t>a</a:t>
            </a:r>
            <a:r>
              <a:rPr sz="2250" b="1" spc="-165" dirty="0">
                <a:solidFill>
                  <a:srgbClr val="1D3A6E"/>
                </a:solidFill>
                <a:latin typeface="Arial"/>
                <a:cs typeface="Arial"/>
              </a:rPr>
              <a:t>lu</a:t>
            </a:r>
            <a:r>
              <a:rPr sz="2150" b="1" spc="-165" dirty="0">
                <a:solidFill>
                  <a:srgbClr val="1D3A6E"/>
                </a:solidFill>
                <a:latin typeface="Arial"/>
                <a:cs typeface="Arial"/>
              </a:rPr>
              <a:t>a</a:t>
            </a:r>
            <a:r>
              <a:rPr sz="2250" b="1" spc="-165" dirty="0">
                <a:solidFill>
                  <a:srgbClr val="1D3A6E"/>
                </a:solidFill>
                <a:latin typeface="Arial"/>
                <a:cs typeface="Arial"/>
              </a:rPr>
              <a:t>tion</a:t>
            </a:r>
            <a:r>
              <a:rPr sz="2250" b="1" spc="-215" dirty="0">
                <a:solidFill>
                  <a:srgbClr val="1D3A6E"/>
                </a:solidFill>
                <a:latin typeface="Arial"/>
                <a:cs typeface="Arial"/>
              </a:rPr>
              <a:t> </a:t>
            </a:r>
            <a:r>
              <a:rPr sz="2150" b="1" spc="-145" dirty="0">
                <a:solidFill>
                  <a:srgbClr val="1D3A6E"/>
                </a:solidFill>
                <a:latin typeface="Arial"/>
                <a:cs typeface="Arial"/>
              </a:rPr>
              <a:t>F</a:t>
            </a:r>
            <a:r>
              <a:rPr sz="2250" b="1" spc="-145" dirty="0">
                <a:solidFill>
                  <a:srgbClr val="1D3A6E"/>
                </a:solidFill>
                <a:latin typeface="Arial"/>
                <a:cs typeface="Arial"/>
              </a:rPr>
              <a:t>r</a:t>
            </a:r>
            <a:r>
              <a:rPr sz="2150" b="1" spc="-145" dirty="0">
                <a:solidFill>
                  <a:srgbClr val="1D3A6E"/>
                </a:solidFill>
                <a:latin typeface="Arial"/>
                <a:cs typeface="Arial"/>
              </a:rPr>
              <a:t>a</a:t>
            </a:r>
            <a:r>
              <a:rPr sz="2250" b="1" spc="-145" dirty="0">
                <a:solidFill>
                  <a:srgbClr val="1D3A6E"/>
                </a:solidFill>
                <a:latin typeface="Arial"/>
                <a:cs typeface="Arial"/>
              </a:rPr>
              <a:t>m</a:t>
            </a:r>
            <a:r>
              <a:rPr sz="2150" b="1" spc="-145" dirty="0">
                <a:solidFill>
                  <a:srgbClr val="1D3A6E"/>
                </a:solidFill>
                <a:latin typeface="Arial"/>
                <a:cs typeface="Arial"/>
              </a:rPr>
              <a:t>e</a:t>
            </a:r>
            <a:r>
              <a:rPr sz="2250" b="1" spc="-145" dirty="0">
                <a:solidFill>
                  <a:srgbClr val="1D3A6E"/>
                </a:solidFill>
                <a:latin typeface="Arial"/>
                <a:cs typeface="Arial"/>
              </a:rPr>
              <a:t>work</a:t>
            </a:r>
            <a:r>
              <a:rPr sz="2100" b="1" spc="-145" dirty="0">
                <a:solidFill>
                  <a:srgbClr val="1D3A6E"/>
                </a:solidFill>
                <a:latin typeface="Trebuchet MS"/>
                <a:cs typeface="Trebuchet MS"/>
              </a:rPr>
              <a:t>:</a:t>
            </a:r>
            <a:r>
              <a:rPr sz="2100" b="1" spc="-229" dirty="0">
                <a:solidFill>
                  <a:srgbClr val="1D3A6E"/>
                </a:solidFill>
                <a:latin typeface="Trebuchet MS"/>
                <a:cs typeface="Trebuchet MS"/>
              </a:rPr>
              <a:t> </a:t>
            </a:r>
            <a:r>
              <a:rPr sz="2150" spc="-150" dirty="0">
                <a:solidFill>
                  <a:srgbClr val="333333"/>
                </a:solidFill>
                <a:latin typeface="Arial"/>
                <a:cs typeface="Arial"/>
              </a:rPr>
              <a:t>H</a:t>
            </a:r>
            <a:r>
              <a:rPr sz="2200" spc="-150" dirty="0">
                <a:solidFill>
                  <a:srgbClr val="333333"/>
                </a:solidFill>
                <a:latin typeface="Arial"/>
                <a:cs typeface="Arial"/>
              </a:rPr>
              <a:t>ugging</a:t>
            </a:r>
            <a:r>
              <a:rPr sz="2200" spc="-1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150" spc="-145" dirty="0">
                <a:solidFill>
                  <a:srgbClr val="333333"/>
                </a:solidFill>
                <a:latin typeface="Arial"/>
                <a:cs typeface="Arial"/>
              </a:rPr>
              <a:t>Face</a:t>
            </a:r>
            <a:r>
              <a:rPr sz="2150" spc="-1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150" spc="-110" dirty="0">
                <a:solidFill>
                  <a:srgbClr val="333333"/>
                </a:solidFill>
                <a:latin typeface="Arial"/>
                <a:cs typeface="Arial"/>
              </a:rPr>
              <a:t>T</a:t>
            </a:r>
            <a:r>
              <a:rPr sz="2200" spc="-110" dirty="0">
                <a:solidFill>
                  <a:srgbClr val="333333"/>
                </a:solidFill>
                <a:latin typeface="Arial"/>
                <a:cs typeface="Arial"/>
              </a:rPr>
              <a:t>r</a:t>
            </a:r>
            <a:r>
              <a:rPr sz="2150" spc="-11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2200" spc="-110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2150" spc="-110" dirty="0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sz="2200" spc="-110" dirty="0">
                <a:solidFill>
                  <a:srgbClr val="333333"/>
                </a:solidFill>
                <a:latin typeface="Arial"/>
                <a:cs typeface="Arial"/>
              </a:rPr>
              <a:t>r</a:t>
            </a:r>
            <a:r>
              <a:rPr sz="2200" spc="-2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150" spc="-65" dirty="0">
                <a:solidFill>
                  <a:srgbClr val="333333"/>
                </a:solidFill>
                <a:latin typeface="Arial"/>
                <a:cs typeface="Arial"/>
              </a:rPr>
              <a:t>API</a:t>
            </a:r>
            <a:r>
              <a:rPr sz="2150" spc="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333333"/>
                </a:solidFill>
                <a:latin typeface="Arial"/>
                <a:cs typeface="Arial"/>
              </a:rPr>
              <a:t>|</a:t>
            </a:r>
            <a:r>
              <a:rPr sz="2150" spc="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150" b="1" spc="-135" dirty="0">
                <a:solidFill>
                  <a:srgbClr val="1D3A6E"/>
                </a:solidFill>
                <a:latin typeface="Arial"/>
                <a:cs typeface="Arial"/>
              </a:rPr>
              <a:t>O</a:t>
            </a:r>
            <a:r>
              <a:rPr sz="2250" b="1" spc="-135" dirty="0">
                <a:solidFill>
                  <a:srgbClr val="1D3A6E"/>
                </a:solidFill>
                <a:latin typeface="Arial"/>
                <a:cs typeface="Arial"/>
              </a:rPr>
              <a:t>ptimiz</a:t>
            </a:r>
            <a:r>
              <a:rPr sz="2150" b="1" spc="-135" dirty="0">
                <a:solidFill>
                  <a:srgbClr val="1D3A6E"/>
                </a:solidFill>
                <a:latin typeface="Arial"/>
                <a:cs typeface="Arial"/>
              </a:rPr>
              <a:t>e</a:t>
            </a:r>
            <a:r>
              <a:rPr sz="2250" b="1" spc="-135" dirty="0">
                <a:solidFill>
                  <a:srgbClr val="1D3A6E"/>
                </a:solidFill>
                <a:latin typeface="Arial"/>
                <a:cs typeface="Arial"/>
              </a:rPr>
              <a:t>r</a:t>
            </a:r>
            <a:r>
              <a:rPr sz="2100" b="1" spc="-135" dirty="0">
                <a:solidFill>
                  <a:srgbClr val="1D3A6E"/>
                </a:solidFill>
                <a:latin typeface="Trebuchet MS"/>
                <a:cs typeface="Trebuchet MS"/>
              </a:rPr>
              <a:t>:</a:t>
            </a:r>
            <a:r>
              <a:rPr sz="2100" b="1" spc="-229" dirty="0">
                <a:solidFill>
                  <a:srgbClr val="1D3A6E"/>
                </a:solidFill>
                <a:latin typeface="Trebuchet MS"/>
                <a:cs typeface="Trebuchet MS"/>
              </a:rPr>
              <a:t> </a:t>
            </a:r>
            <a:r>
              <a:rPr sz="2150" spc="-60" dirty="0">
                <a:solidFill>
                  <a:srgbClr val="333333"/>
                </a:solidFill>
                <a:latin typeface="Arial"/>
                <a:cs typeface="Arial"/>
              </a:rPr>
              <a:t>Ada</a:t>
            </a:r>
            <a:r>
              <a:rPr sz="2200" spc="-60" dirty="0">
                <a:solidFill>
                  <a:srgbClr val="333333"/>
                </a:solidFill>
                <a:latin typeface="Arial"/>
                <a:cs typeface="Arial"/>
              </a:rPr>
              <a:t>m</a:t>
            </a:r>
            <a:r>
              <a:rPr sz="2150" spc="-60" dirty="0">
                <a:solidFill>
                  <a:srgbClr val="333333"/>
                </a:solidFill>
                <a:latin typeface="Arial"/>
                <a:cs typeface="Arial"/>
              </a:rPr>
              <a:t>W</a:t>
            </a:r>
            <a:r>
              <a:rPr sz="2150" spc="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333333"/>
                </a:solidFill>
                <a:latin typeface="Arial"/>
                <a:cs typeface="Arial"/>
              </a:rPr>
              <a:t>|</a:t>
            </a:r>
            <a:r>
              <a:rPr sz="2150" spc="2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150" b="1" spc="-210" dirty="0">
                <a:solidFill>
                  <a:srgbClr val="1D3A6E"/>
                </a:solidFill>
                <a:latin typeface="Arial"/>
                <a:cs typeface="Arial"/>
              </a:rPr>
              <a:t>L</a:t>
            </a:r>
            <a:r>
              <a:rPr sz="2250" b="1" spc="-210" dirty="0">
                <a:solidFill>
                  <a:srgbClr val="1D3A6E"/>
                </a:solidFill>
                <a:latin typeface="Arial"/>
                <a:cs typeface="Arial"/>
              </a:rPr>
              <a:t>oss</a:t>
            </a:r>
            <a:r>
              <a:rPr sz="2100" b="1" spc="-210" dirty="0">
                <a:solidFill>
                  <a:srgbClr val="1D3A6E"/>
                </a:solidFill>
                <a:latin typeface="Trebuchet MS"/>
                <a:cs typeface="Trebuchet MS"/>
              </a:rPr>
              <a:t>:</a:t>
            </a:r>
            <a:r>
              <a:rPr sz="2100" b="1" spc="-235" dirty="0">
                <a:solidFill>
                  <a:srgbClr val="1D3A6E"/>
                </a:solidFill>
                <a:latin typeface="Trebuchet MS"/>
                <a:cs typeface="Trebuchet MS"/>
              </a:rPr>
              <a:t> </a:t>
            </a:r>
            <a:r>
              <a:rPr sz="2150" spc="-95" dirty="0">
                <a:solidFill>
                  <a:srgbClr val="333333"/>
                </a:solidFill>
                <a:latin typeface="Arial"/>
                <a:cs typeface="Arial"/>
              </a:rPr>
              <a:t>C</a:t>
            </a:r>
            <a:r>
              <a:rPr sz="2200" spc="-95" dirty="0">
                <a:solidFill>
                  <a:srgbClr val="333333"/>
                </a:solidFill>
                <a:latin typeface="Arial"/>
                <a:cs typeface="Arial"/>
              </a:rPr>
              <a:t>ross</a:t>
            </a:r>
            <a:r>
              <a:rPr sz="2150" spc="-95" dirty="0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sz="2200" spc="-95" dirty="0">
                <a:solidFill>
                  <a:srgbClr val="333333"/>
                </a:solidFill>
                <a:latin typeface="Arial"/>
                <a:cs typeface="Arial"/>
              </a:rPr>
              <a:t>ntropy</a:t>
            </a:r>
            <a:r>
              <a:rPr sz="2150" spc="-95" dirty="0">
                <a:solidFill>
                  <a:srgbClr val="333333"/>
                </a:solidFill>
                <a:latin typeface="Arial"/>
                <a:cs typeface="Arial"/>
              </a:rPr>
              <a:t>L</a:t>
            </a:r>
            <a:r>
              <a:rPr sz="2200" spc="-95" dirty="0">
                <a:solidFill>
                  <a:srgbClr val="333333"/>
                </a:solidFill>
                <a:latin typeface="Arial"/>
                <a:cs typeface="Arial"/>
              </a:rPr>
              <a:t>oss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78600" y="2112368"/>
            <a:ext cx="4368800" cy="7534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IN" sz="4800" b="1" spc="-320" dirty="0">
                <a:solidFill>
                  <a:srgbClr val="0D1B5D"/>
                </a:solidFill>
                <a:latin typeface="Tahoma"/>
                <a:cs typeface="Tahoma"/>
              </a:rPr>
              <a:t>CONCLUSION:</a:t>
            </a:r>
            <a:endParaRPr sz="4850" dirty="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72815" y="4974411"/>
            <a:ext cx="13310235" cy="24765"/>
          </a:xfrm>
          <a:custGeom>
            <a:avLst/>
            <a:gdLst/>
            <a:ahLst/>
            <a:cxnLst/>
            <a:rect l="l" t="t" r="r" b="b"/>
            <a:pathLst>
              <a:path w="13310235" h="24764">
                <a:moveTo>
                  <a:pt x="13310235" y="24384"/>
                </a:moveTo>
                <a:lnTo>
                  <a:pt x="0" y="24384"/>
                </a:lnTo>
                <a:lnTo>
                  <a:pt x="0" y="0"/>
                </a:lnTo>
                <a:lnTo>
                  <a:pt x="13310235" y="0"/>
                </a:lnTo>
                <a:lnTo>
                  <a:pt x="13310235" y="24384"/>
                </a:lnTo>
                <a:close/>
              </a:path>
            </a:pathLst>
          </a:custGeom>
          <a:solidFill>
            <a:srgbClr val="1D3A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74800" y="2763050"/>
            <a:ext cx="7875905" cy="36893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740"/>
              </a:spcBef>
              <a:buClr>
                <a:srgbClr val="1D3A6E"/>
              </a:buClr>
              <a:buSzPct val="94230"/>
              <a:buFont typeface="Tahoma"/>
              <a:buChar char="•"/>
              <a:tabLst>
                <a:tab pos="380365" algn="l"/>
              </a:tabLst>
            </a:pPr>
            <a:r>
              <a:rPr sz="2600" spc="-135" dirty="0">
                <a:solidFill>
                  <a:srgbClr val="212121"/>
                </a:solidFill>
                <a:latin typeface="Arial"/>
                <a:cs typeface="Arial"/>
              </a:rPr>
              <a:t>Successfully</a:t>
            </a:r>
            <a:r>
              <a:rPr sz="2600" spc="-1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14" dirty="0">
                <a:solidFill>
                  <a:srgbClr val="212121"/>
                </a:solidFill>
                <a:latin typeface="Arial"/>
                <a:cs typeface="Arial"/>
              </a:rPr>
              <a:t>trained</a:t>
            </a:r>
            <a:r>
              <a:rPr sz="2600" spc="-254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80" dirty="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sz="2600" spc="-15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b="1" spc="-160" dirty="0">
                <a:solidFill>
                  <a:srgbClr val="0D1B5D"/>
                </a:solidFill>
                <a:latin typeface="Arial"/>
                <a:cs typeface="Arial"/>
              </a:rPr>
              <a:t>b</a:t>
            </a:r>
            <a:r>
              <a:rPr sz="2700" b="1" spc="-160" dirty="0">
                <a:solidFill>
                  <a:srgbClr val="0D1B5D"/>
                </a:solidFill>
                <a:latin typeface="Arial"/>
                <a:cs typeface="Arial"/>
              </a:rPr>
              <a:t>in</a:t>
            </a:r>
            <a:r>
              <a:rPr sz="2600" b="1" spc="-160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2700" b="1" spc="-160" dirty="0">
                <a:solidFill>
                  <a:srgbClr val="0D1B5D"/>
                </a:solidFill>
                <a:latin typeface="Arial"/>
                <a:cs typeface="Arial"/>
              </a:rPr>
              <a:t>ry</a:t>
            </a:r>
            <a:r>
              <a:rPr sz="2700" b="1" spc="-21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600" b="1" spc="-155" dirty="0">
                <a:solidFill>
                  <a:srgbClr val="0D1B5D"/>
                </a:solidFill>
                <a:latin typeface="Arial"/>
                <a:cs typeface="Arial"/>
              </a:rPr>
              <a:t>c</a:t>
            </a:r>
            <a:r>
              <a:rPr sz="2700" b="1" spc="-155" dirty="0">
                <a:solidFill>
                  <a:srgbClr val="0D1B5D"/>
                </a:solidFill>
                <a:latin typeface="Arial"/>
                <a:cs typeface="Arial"/>
              </a:rPr>
              <a:t>l</a:t>
            </a:r>
            <a:r>
              <a:rPr sz="2600" b="1" spc="-155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2700" b="1" spc="-155" dirty="0">
                <a:solidFill>
                  <a:srgbClr val="0D1B5D"/>
                </a:solidFill>
                <a:latin typeface="Arial"/>
                <a:cs typeface="Arial"/>
              </a:rPr>
              <a:t>ssifi</a:t>
            </a:r>
            <a:r>
              <a:rPr sz="2600" b="1" spc="-155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2700" b="1" spc="-155" dirty="0">
                <a:solidFill>
                  <a:srgbClr val="0D1B5D"/>
                </a:solidFill>
                <a:latin typeface="Arial"/>
                <a:cs typeface="Arial"/>
              </a:rPr>
              <a:t>r</a:t>
            </a:r>
            <a:r>
              <a:rPr sz="2700" b="1" spc="-13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600" spc="-145" dirty="0">
                <a:solidFill>
                  <a:srgbClr val="212121"/>
                </a:solidFill>
                <a:latin typeface="Arial"/>
                <a:cs typeface="Arial"/>
              </a:rPr>
              <a:t>using DistilBERT</a:t>
            </a:r>
            <a:r>
              <a:rPr sz="2450" spc="-145" dirty="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2450">
              <a:latin typeface="Tahoma"/>
              <a:cs typeface="Tahoma"/>
            </a:endParaRPr>
          </a:p>
          <a:p>
            <a:pPr marL="380365" indent="-367665">
              <a:lnSpc>
                <a:spcPct val="100000"/>
              </a:lnSpc>
              <a:spcBef>
                <a:spcPts val="660"/>
              </a:spcBef>
              <a:buClr>
                <a:srgbClr val="1D3A6E"/>
              </a:buClr>
              <a:buSzPct val="94230"/>
              <a:buFont typeface="Tahoma"/>
              <a:buChar char="•"/>
              <a:tabLst>
                <a:tab pos="380365" algn="l"/>
              </a:tabLst>
            </a:pPr>
            <a:r>
              <a:rPr sz="2600" spc="-125" dirty="0">
                <a:solidFill>
                  <a:srgbClr val="212121"/>
                </a:solidFill>
                <a:latin typeface="Arial"/>
                <a:cs typeface="Arial"/>
              </a:rPr>
              <a:t>Achieved</a:t>
            </a:r>
            <a:r>
              <a:rPr sz="2600" spc="-15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25" dirty="0">
                <a:solidFill>
                  <a:srgbClr val="212121"/>
                </a:solidFill>
                <a:latin typeface="Arial"/>
                <a:cs typeface="Arial"/>
              </a:rPr>
              <a:t>good</a:t>
            </a:r>
            <a:r>
              <a:rPr sz="2600" spc="-15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14" dirty="0">
                <a:solidFill>
                  <a:srgbClr val="212121"/>
                </a:solidFill>
                <a:latin typeface="Arial"/>
                <a:cs typeface="Arial"/>
              </a:rPr>
              <a:t>performance</a:t>
            </a:r>
            <a:r>
              <a:rPr sz="2600" spc="-18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95" dirty="0">
                <a:solidFill>
                  <a:srgbClr val="212121"/>
                </a:solidFill>
                <a:latin typeface="Arial"/>
                <a:cs typeface="Arial"/>
              </a:rPr>
              <a:t>on</a:t>
            </a:r>
            <a:r>
              <a:rPr sz="2600" spc="-2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20" dirty="0">
                <a:solidFill>
                  <a:srgbClr val="212121"/>
                </a:solidFill>
                <a:latin typeface="Arial"/>
                <a:cs typeface="Arial"/>
              </a:rPr>
              <a:t>validation</a:t>
            </a:r>
            <a:r>
              <a:rPr sz="2600" spc="-2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40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2600" spc="-15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65" dirty="0">
                <a:solidFill>
                  <a:srgbClr val="212121"/>
                </a:solidFill>
                <a:latin typeface="Arial"/>
                <a:cs typeface="Arial"/>
              </a:rPr>
              <a:t>test</a:t>
            </a:r>
            <a:r>
              <a:rPr sz="2600" spc="-16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Arial"/>
                <a:cs typeface="Arial"/>
              </a:rPr>
              <a:t>sets</a:t>
            </a:r>
            <a:r>
              <a:rPr sz="2450" spc="-10" dirty="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2450">
              <a:latin typeface="Tahoma"/>
              <a:cs typeface="Tahoma"/>
            </a:endParaRPr>
          </a:p>
          <a:p>
            <a:pPr marL="380365" indent="-367665">
              <a:lnSpc>
                <a:spcPct val="100000"/>
              </a:lnSpc>
              <a:spcBef>
                <a:spcPts val="680"/>
              </a:spcBef>
              <a:buClr>
                <a:srgbClr val="1D3A6E"/>
              </a:buClr>
              <a:buSzPct val="94230"/>
              <a:buFont typeface="Tahoma"/>
              <a:buChar char="•"/>
              <a:tabLst>
                <a:tab pos="380365" algn="l"/>
              </a:tabLst>
            </a:pPr>
            <a:r>
              <a:rPr sz="2600" spc="-120" dirty="0">
                <a:solidFill>
                  <a:srgbClr val="212121"/>
                </a:solidFill>
                <a:latin typeface="Arial"/>
                <a:cs typeface="Arial"/>
              </a:rPr>
              <a:t>Demonstrated</a:t>
            </a:r>
            <a:r>
              <a:rPr sz="2600" spc="-17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00" dirty="0">
                <a:solidFill>
                  <a:srgbClr val="212121"/>
                </a:solidFill>
                <a:latin typeface="Arial"/>
                <a:cs typeface="Arial"/>
              </a:rPr>
              <a:t>ability</a:t>
            </a:r>
            <a:r>
              <a:rPr sz="2600" spc="-25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Arial"/>
                <a:cs typeface="Arial"/>
              </a:rPr>
              <a:t>to</a:t>
            </a:r>
            <a:r>
              <a:rPr sz="2600" spc="-27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600" spc="-120" dirty="0">
                <a:solidFill>
                  <a:srgbClr val="212121"/>
                </a:solidFill>
                <a:latin typeface="Arial"/>
                <a:cs typeface="Arial"/>
              </a:rPr>
              <a:t>distinguish </a:t>
            </a:r>
            <a:r>
              <a:rPr sz="2600" b="1" spc="-235" dirty="0">
                <a:solidFill>
                  <a:srgbClr val="0D1B5D"/>
                </a:solidFill>
                <a:latin typeface="Arial"/>
                <a:cs typeface="Arial"/>
              </a:rPr>
              <a:t>H</a:t>
            </a:r>
            <a:r>
              <a:rPr sz="2700" b="1" spc="-235" dirty="0">
                <a:solidFill>
                  <a:srgbClr val="0D1B5D"/>
                </a:solidFill>
                <a:latin typeface="Arial"/>
                <a:cs typeface="Arial"/>
              </a:rPr>
              <a:t>um</a:t>
            </a:r>
            <a:r>
              <a:rPr sz="2600" b="1" spc="-235" dirty="0">
                <a:solidFill>
                  <a:srgbClr val="0D1B5D"/>
                </a:solidFill>
                <a:latin typeface="Arial"/>
                <a:cs typeface="Arial"/>
              </a:rPr>
              <a:t>a</a:t>
            </a:r>
            <a:r>
              <a:rPr sz="2700" b="1" spc="-235" dirty="0">
                <a:solidFill>
                  <a:srgbClr val="0D1B5D"/>
                </a:solidFill>
                <a:latin typeface="Arial"/>
                <a:cs typeface="Arial"/>
              </a:rPr>
              <a:t>n</a:t>
            </a:r>
            <a:r>
              <a:rPr sz="2700" b="1" spc="-15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700" b="1" spc="-280" dirty="0">
                <a:solidFill>
                  <a:srgbClr val="0D1B5D"/>
                </a:solidFill>
                <a:latin typeface="Arial"/>
                <a:cs typeface="Arial"/>
              </a:rPr>
              <a:t>vs</a:t>
            </a:r>
            <a:r>
              <a:rPr sz="2700" b="1" spc="-19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600" b="1" spc="-135" dirty="0">
                <a:solidFill>
                  <a:srgbClr val="0D1B5D"/>
                </a:solidFill>
                <a:latin typeface="Arial"/>
                <a:cs typeface="Arial"/>
              </a:rPr>
              <a:t>AI</a:t>
            </a:r>
            <a:r>
              <a:rPr sz="2600" b="1" spc="-26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0D1B5D"/>
                </a:solidFill>
                <a:latin typeface="Arial"/>
                <a:cs typeface="Arial"/>
              </a:rPr>
              <a:t>t</a:t>
            </a:r>
            <a:r>
              <a:rPr sz="2600" b="1" spc="-10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2700" b="1" spc="-10" dirty="0">
                <a:solidFill>
                  <a:srgbClr val="0D1B5D"/>
                </a:solidFill>
                <a:latin typeface="Arial"/>
                <a:cs typeface="Arial"/>
              </a:rPr>
              <a:t>xt</a:t>
            </a:r>
            <a:r>
              <a:rPr sz="2450" spc="-10" dirty="0">
                <a:solidFill>
                  <a:srgbClr val="212121"/>
                </a:solidFill>
                <a:latin typeface="Tahoma"/>
                <a:cs typeface="Tahoma"/>
              </a:rPr>
              <a:t>.</a:t>
            </a:r>
            <a:endParaRPr sz="2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700" b="1" spc="-135" dirty="0">
                <a:solidFill>
                  <a:srgbClr val="0D1B5D"/>
                </a:solidFill>
                <a:latin typeface="Arial"/>
                <a:cs typeface="Arial"/>
              </a:rPr>
              <a:t>Ne</a:t>
            </a:r>
            <a:r>
              <a:rPr sz="2800" b="1" spc="-135" dirty="0">
                <a:solidFill>
                  <a:srgbClr val="0D1B5D"/>
                </a:solidFill>
                <a:latin typeface="Arial"/>
                <a:cs typeface="Arial"/>
              </a:rPr>
              <a:t>xt</a:t>
            </a:r>
            <a:r>
              <a:rPr sz="2800" b="1" spc="-215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0D1B5D"/>
                </a:solidFill>
                <a:latin typeface="Arial"/>
                <a:cs typeface="Arial"/>
              </a:rPr>
              <a:t>S</a:t>
            </a:r>
            <a:r>
              <a:rPr sz="2800" b="1" spc="-10" dirty="0">
                <a:solidFill>
                  <a:srgbClr val="0D1B5D"/>
                </a:solidFill>
                <a:latin typeface="Arial"/>
                <a:cs typeface="Arial"/>
              </a:rPr>
              <a:t>t</a:t>
            </a:r>
            <a:r>
              <a:rPr sz="2700" b="1" spc="-10" dirty="0">
                <a:solidFill>
                  <a:srgbClr val="0D1B5D"/>
                </a:solidFill>
                <a:latin typeface="Arial"/>
                <a:cs typeface="Arial"/>
              </a:rPr>
              <a:t>e</a:t>
            </a:r>
            <a:r>
              <a:rPr sz="2800" b="1" spc="-10" dirty="0">
                <a:solidFill>
                  <a:srgbClr val="0D1B5D"/>
                </a:solidFill>
                <a:latin typeface="Arial"/>
                <a:cs typeface="Arial"/>
              </a:rPr>
              <a:t>ps</a:t>
            </a:r>
            <a:r>
              <a:rPr sz="2600" b="1" spc="-10" dirty="0">
                <a:solidFill>
                  <a:srgbClr val="0D1B5D"/>
                </a:solidFill>
                <a:latin typeface="Trebuchet MS"/>
                <a:cs typeface="Trebuchet MS"/>
              </a:rPr>
              <a:t>:</a:t>
            </a:r>
            <a:endParaRPr sz="2600">
              <a:latin typeface="Trebuchet MS"/>
              <a:cs typeface="Trebuchet MS"/>
            </a:endParaRPr>
          </a:p>
          <a:p>
            <a:pPr marL="735330" lvl="1" indent="-227329">
              <a:lnSpc>
                <a:spcPct val="100000"/>
              </a:lnSpc>
              <a:spcBef>
                <a:spcPts val="1540"/>
              </a:spcBef>
              <a:buClr>
                <a:srgbClr val="1D3A6E"/>
              </a:buClr>
              <a:buSzPct val="92000"/>
              <a:buChar char="◦"/>
              <a:tabLst>
                <a:tab pos="735330" algn="l"/>
              </a:tabLst>
            </a:pPr>
            <a:r>
              <a:rPr sz="2500" spc="-145" dirty="0">
                <a:solidFill>
                  <a:srgbClr val="333333"/>
                </a:solidFill>
                <a:latin typeface="Arial"/>
                <a:cs typeface="Arial"/>
              </a:rPr>
              <a:t>Deploy</a:t>
            </a:r>
            <a:r>
              <a:rPr sz="2500" spc="-2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140" dirty="0">
                <a:solidFill>
                  <a:srgbClr val="333333"/>
                </a:solidFill>
                <a:latin typeface="Arial"/>
                <a:cs typeface="Arial"/>
              </a:rPr>
              <a:t>model</a:t>
            </a:r>
            <a:r>
              <a:rPr sz="2500" spc="-2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140" dirty="0">
                <a:solidFill>
                  <a:srgbClr val="333333"/>
                </a:solidFill>
                <a:latin typeface="Arial"/>
                <a:cs typeface="Arial"/>
              </a:rPr>
              <a:t>using</a:t>
            </a:r>
            <a:r>
              <a:rPr sz="2500" spc="-1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b="1" spc="-95" dirty="0">
                <a:solidFill>
                  <a:srgbClr val="0D1B5D"/>
                </a:solidFill>
                <a:latin typeface="Arial"/>
                <a:cs typeface="Arial"/>
              </a:rPr>
              <a:t>G</a:t>
            </a:r>
            <a:r>
              <a:rPr sz="2600" b="1" spc="-95" dirty="0">
                <a:solidFill>
                  <a:srgbClr val="0D1B5D"/>
                </a:solidFill>
                <a:latin typeface="Arial"/>
                <a:cs typeface="Arial"/>
              </a:rPr>
              <a:t>r</a:t>
            </a:r>
            <a:r>
              <a:rPr sz="2500" b="1" spc="-95" dirty="0">
                <a:solidFill>
                  <a:srgbClr val="0D1B5D"/>
                </a:solidFill>
                <a:latin typeface="Arial"/>
                <a:cs typeface="Arial"/>
              </a:rPr>
              <a:t>ad</a:t>
            </a:r>
            <a:r>
              <a:rPr sz="2600" b="1" spc="-95" dirty="0">
                <a:solidFill>
                  <a:srgbClr val="0D1B5D"/>
                </a:solidFill>
                <a:latin typeface="Arial"/>
                <a:cs typeface="Arial"/>
              </a:rPr>
              <a:t>io</a:t>
            </a:r>
            <a:r>
              <a:rPr sz="2400" b="1" spc="-95" dirty="0">
                <a:solidFill>
                  <a:srgbClr val="0D1B5D"/>
                </a:solidFill>
                <a:latin typeface="Trebuchet MS"/>
                <a:cs typeface="Trebuchet MS"/>
              </a:rPr>
              <a:t>/</a:t>
            </a:r>
            <a:r>
              <a:rPr sz="2500" b="1" spc="-95" dirty="0">
                <a:solidFill>
                  <a:srgbClr val="0D1B5D"/>
                </a:solidFill>
                <a:latin typeface="Arial"/>
                <a:cs typeface="Arial"/>
              </a:rPr>
              <a:t>S</a:t>
            </a:r>
            <a:r>
              <a:rPr sz="2600" b="1" spc="-95" dirty="0">
                <a:solidFill>
                  <a:srgbClr val="0D1B5D"/>
                </a:solidFill>
                <a:latin typeface="Arial"/>
                <a:cs typeface="Arial"/>
              </a:rPr>
              <a:t>tr</a:t>
            </a:r>
            <a:r>
              <a:rPr sz="2500" b="1" spc="-95" dirty="0">
                <a:solidFill>
                  <a:srgbClr val="0D1B5D"/>
                </a:solidFill>
                <a:latin typeface="Arial"/>
                <a:cs typeface="Arial"/>
              </a:rPr>
              <a:t>ea</a:t>
            </a:r>
            <a:r>
              <a:rPr sz="2600" b="1" spc="-95" dirty="0">
                <a:solidFill>
                  <a:srgbClr val="0D1B5D"/>
                </a:solidFill>
                <a:latin typeface="Arial"/>
                <a:cs typeface="Arial"/>
              </a:rPr>
              <a:t>mlit</a:t>
            </a:r>
            <a:r>
              <a:rPr sz="2350" spc="-95" dirty="0">
                <a:solidFill>
                  <a:srgbClr val="333333"/>
                </a:solidFill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  <a:p>
            <a:pPr marL="735330" lvl="1" indent="-227329">
              <a:lnSpc>
                <a:spcPct val="100000"/>
              </a:lnSpc>
              <a:spcBef>
                <a:spcPts val="680"/>
              </a:spcBef>
              <a:buClr>
                <a:srgbClr val="1D3A6E"/>
              </a:buClr>
              <a:buSzPct val="92000"/>
              <a:buChar char="◦"/>
              <a:tabLst>
                <a:tab pos="735330" algn="l"/>
              </a:tabLst>
            </a:pPr>
            <a:r>
              <a:rPr sz="2500" spc="-135" dirty="0">
                <a:solidFill>
                  <a:srgbClr val="333333"/>
                </a:solidFill>
                <a:latin typeface="Arial"/>
                <a:cs typeface="Arial"/>
              </a:rPr>
              <a:t>Host</a:t>
            </a:r>
            <a:r>
              <a:rPr sz="2500" spc="-2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110" dirty="0">
                <a:solidFill>
                  <a:srgbClr val="333333"/>
                </a:solidFill>
                <a:latin typeface="Arial"/>
                <a:cs typeface="Arial"/>
              </a:rPr>
              <a:t>on</a:t>
            </a:r>
            <a:r>
              <a:rPr sz="2500" spc="-2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b="1" spc="-225" dirty="0">
                <a:solidFill>
                  <a:srgbClr val="0D1B5D"/>
                </a:solidFill>
                <a:latin typeface="Arial"/>
                <a:cs typeface="Arial"/>
              </a:rPr>
              <a:t>H</a:t>
            </a:r>
            <a:r>
              <a:rPr sz="2600" b="1" spc="-225" dirty="0">
                <a:solidFill>
                  <a:srgbClr val="0D1B5D"/>
                </a:solidFill>
                <a:latin typeface="Arial"/>
                <a:cs typeface="Arial"/>
              </a:rPr>
              <a:t>ugging</a:t>
            </a:r>
            <a:r>
              <a:rPr sz="2600" b="1" spc="-28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500" b="1" spc="-195" dirty="0">
                <a:solidFill>
                  <a:srgbClr val="0D1B5D"/>
                </a:solidFill>
                <a:latin typeface="Arial"/>
                <a:cs typeface="Arial"/>
              </a:rPr>
              <a:t>Face</a:t>
            </a:r>
            <a:r>
              <a:rPr sz="2500" b="1" spc="-130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500" b="1" spc="-210" dirty="0">
                <a:solidFill>
                  <a:srgbClr val="0D1B5D"/>
                </a:solidFill>
                <a:latin typeface="Arial"/>
                <a:cs typeface="Arial"/>
              </a:rPr>
              <a:t>S</a:t>
            </a:r>
            <a:r>
              <a:rPr sz="2600" b="1" spc="-210" dirty="0">
                <a:solidFill>
                  <a:srgbClr val="0D1B5D"/>
                </a:solidFill>
                <a:latin typeface="Arial"/>
                <a:cs typeface="Arial"/>
              </a:rPr>
              <a:t>p</a:t>
            </a:r>
            <a:r>
              <a:rPr sz="2500" b="1" spc="-210" dirty="0">
                <a:solidFill>
                  <a:srgbClr val="0D1B5D"/>
                </a:solidFill>
                <a:latin typeface="Arial"/>
                <a:cs typeface="Arial"/>
              </a:rPr>
              <a:t>ace</a:t>
            </a:r>
            <a:r>
              <a:rPr sz="2600" b="1" spc="-210" dirty="0">
                <a:solidFill>
                  <a:srgbClr val="0D1B5D"/>
                </a:solidFill>
                <a:latin typeface="Arial"/>
                <a:cs typeface="Arial"/>
              </a:rPr>
              <a:t>s</a:t>
            </a:r>
            <a:r>
              <a:rPr sz="2600" b="1" spc="-204" dirty="0">
                <a:solidFill>
                  <a:srgbClr val="0D1B5D"/>
                </a:solidFill>
                <a:latin typeface="Arial"/>
                <a:cs typeface="Arial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2500" spc="-1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114" dirty="0">
                <a:solidFill>
                  <a:srgbClr val="333333"/>
                </a:solidFill>
                <a:latin typeface="Arial"/>
                <a:cs typeface="Arial"/>
              </a:rPr>
              <a:t>public</a:t>
            </a:r>
            <a:r>
              <a:rPr sz="2500" spc="-1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Arial"/>
                <a:cs typeface="Arial"/>
              </a:rPr>
              <a:t>access</a:t>
            </a:r>
            <a:r>
              <a:rPr sz="2350" spc="-10" dirty="0">
                <a:solidFill>
                  <a:srgbClr val="333333"/>
                </a:solidFill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  <a:p>
            <a:pPr marL="735330" lvl="1" indent="-227329">
              <a:lnSpc>
                <a:spcPct val="100000"/>
              </a:lnSpc>
              <a:spcBef>
                <a:spcPts val="780"/>
              </a:spcBef>
              <a:buClr>
                <a:srgbClr val="1D3A6E"/>
              </a:buClr>
              <a:buSzPct val="92000"/>
              <a:buChar char="◦"/>
              <a:tabLst>
                <a:tab pos="735330" algn="l"/>
              </a:tabLst>
            </a:pPr>
            <a:r>
              <a:rPr sz="2500" spc="-155" dirty="0">
                <a:solidFill>
                  <a:srgbClr val="333333"/>
                </a:solidFill>
                <a:latin typeface="Arial"/>
                <a:cs typeface="Arial"/>
              </a:rPr>
              <a:t>Improve</a:t>
            </a:r>
            <a:r>
              <a:rPr sz="2500" spc="-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125" dirty="0">
                <a:solidFill>
                  <a:srgbClr val="333333"/>
                </a:solidFill>
                <a:latin typeface="Arial"/>
                <a:cs typeface="Arial"/>
              </a:rPr>
              <a:t>accuracy</a:t>
            </a:r>
            <a:r>
              <a:rPr sz="2500" spc="-1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Arial"/>
                <a:cs typeface="Arial"/>
              </a:rPr>
              <a:t>with</a:t>
            </a:r>
            <a:r>
              <a:rPr sz="2500" spc="-1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155" dirty="0">
                <a:solidFill>
                  <a:srgbClr val="333333"/>
                </a:solidFill>
                <a:latin typeface="Arial"/>
                <a:cs typeface="Arial"/>
              </a:rPr>
              <a:t>more</a:t>
            </a:r>
            <a:r>
              <a:rPr sz="2500" spc="-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135" dirty="0">
                <a:solidFill>
                  <a:srgbClr val="333333"/>
                </a:solidFill>
                <a:latin typeface="Arial"/>
                <a:cs typeface="Arial"/>
              </a:rPr>
              <a:t>epochs</a:t>
            </a:r>
            <a:r>
              <a:rPr sz="2500" spc="-1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160" dirty="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2500" spc="-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125" dirty="0">
                <a:solidFill>
                  <a:srgbClr val="333333"/>
                </a:solidFill>
                <a:latin typeface="Arial"/>
                <a:cs typeface="Arial"/>
              </a:rPr>
              <a:t>larger</a:t>
            </a:r>
            <a:r>
              <a:rPr sz="2500" spc="-2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Arial"/>
                <a:cs typeface="Arial"/>
              </a:rPr>
              <a:t>dataset</a:t>
            </a:r>
            <a:r>
              <a:rPr sz="2350" spc="-10" dirty="0">
                <a:solidFill>
                  <a:srgbClr val="333333"/>
                </a:solidFill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309</Words>
  <Application>Microsoft Office PowerPoint</Application>
  <PresentationFormat>Custom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Adobe Gothic Std B</vt:lpstr>
      <vt:lpstr>Arial</vt:lpstr>
      <vt:lpstr>Calibri</vt:lpstr>
      <vt:lpstr>Tahoma</vt:lpstr>
      <vt:lpstr>Trebuchet MS</vt:lpstr>
      <vt:lpstr>Office Theme</vt:lpstr>
      <vt:lpstr>PowerPoint Presentation</vt:lpstr>
      <vt:lpstr>TITLE:</vt:lpstr>
      <vt:lpstr>TECH STACK:</vt:lpstr>
      <vt:lpstr>Architecture diagram of the best Performing model:</vt:lpstr>
      <vt:lpstr>Performance metrics (Table form):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srivalli</dc:creator>
  <cp:lastModifiedBy>KATABOINA SRIVALLI</cp:lastModifiedBy>
  <cp:revision>2</cp:revision>
  <dcterms:created xsi:type="dcterms:W3CDTF">2026-02-25T16:24:09Z</dcterms:created>
  <dcterms:modified xsi:type="dcterms:W3CDTF">2026-02-25T16:30:52Z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2026-02-25T00:00:00Z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2026-02-25T00:00:00Z</vt:filetime>
  </property>
</Properties>
</file>